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2"/>
  </p:notesMasterIdLst>
  <p:handoutMasterIdLst>
    <p:handoutMasterId r:id="rId23"/>
  </p:handoutMasterIdLst>
  <p:sldIdLst>
    <p:sldId id="2561" r:id="rId5"/>
    <p:sldId id="2564" r:id="rId6"/>
    <p:sldId id="2580" r:id="rId7"/>
    <p:sldId id="2566" r:id="rId8"/>
    <p:sldId id="2579" r:id="rId9"/>
    <p:sldId id="2565" r:id="rId10"/>
    <p:sldId id="2581" r:id="rId11"/>
    <p:sldId id="2567" r:id="rId12"/>
    <p:sldId id="2568" r:id="rId13"/>
    <p:sldId id="2569" r:id="rId14"/>
    <p:sldId id="2571" r:id="rId15"/>
    <p:sldId id="2572" r:id="rId16"/>
    <p:sldId id="2573" r:id="rId17"/>
    <p:sldId id="2575" r:id="rId18"/>
    <p:sldId id="2576" r:id="rId19"/>
    <p:sldId id="2577" r:id="rId20"/>
    <p:sldId id="2578" r:id="rId21"/>
  </p:sldIdLst>
  <p:sldSz cx="12192000" cy="6858000"/>
  <p:notesSz cx="6858000" cy="9144000"/>
  <p:defaultTextStyle>
    <a:defPPr rtl="0">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loración de Tipos de Modelos Vectoriales y sus Aplicaciones en Diversos Campos" id="{A6A05691-BB98-42D2-90DB-CEACAD96D73B}">
          <p14:sldIdLst>
            <p14:sldId id="2561"/>
          </p14:sldIdLst>
        </p14:section>
        <p14:section name="Introducción a los modelos vectoriales" id="{CC5CE48C-FF6A-460F-AFB6-57722E5C2680}">
          <p14:sldIdLst>
            <p14:sldId id="2564"/>
            <p14:sldId id="2580"/>
            <p14:sldId id="2566"/>
            <p14:sldId id="2579"/>
            <p14:sldId id="2565"/>
            <p14:sldId id="2581"/>
          </p14:sldIdLst>
        </p14:section>
        <p14:section name="Modelo vectorial euclidiano" id="{7BDD3CED-8A11-4FBA-A72C-DFEC69FF7FCB}">
          <p14:sldIdLst>
            <p14:sldId id="2567"/>
            <p14:sldId id="2568"/>
            <p14:sldId id="2569"/>
          </p14:sldIdLst>
        </p14:section>
        <p14:section name="Otros tipos de modelos vectoriales" id="{B86BCFAC-2FA7-4C21-A779-B61716D9EE82}">
          <p14:sldIdLst>
            <p14:sldId id="2571"/>
            <p14:sldId id="2572"/>
            <p14:sldId id="2573"/>
          </p14:sldIdLst>
        </p14:section>
        <p14:section name="Aplicaciones de los modelos vectoriales" id="{9CAE84EE-8727-451B-AD27-9BB7D8CFBF9E}">
          <p14:sldIdLst>
            <p14:sldId id="2575"/>
            <p14:sldId id="2576"/>
            <p14:sldId id="2577"/>
          </p14:sldIdLst>
        </p14:section>
        <p14:section name="Conclusión" id="{621A8F59-3290-468C-8C7F-F44724E4A28D}">
          <p14:sldIdLst>
            <p14:sldId id="257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E889E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55883F-B946-40F1-BFEB-003862376058}" v="106" dt="2025-08-21T00:42:10.26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92"/>
  </p:normalViewPr>
  <p:slideViewPr>
    <p:cSldViewPr snapToGrid="0" snapToObjects="1">
      <p:cViewPr varScale="1">
        <p:scale>
          <a:sx n="70" d="100"/>
          <a:sy n="70" d="100"/>
        </p:scale>
        <p:origin x="924" y="288"/>
      </p:cViewPr>
      <p:guideLst>
        <p:guide orient="horz" pos="2160"/>
        <p:guide pos="3840"/>
      </p:guideLst>
    </p:cSldViewPr>
  </p:slideViewPr>
  <p:notesTextViewPr>
    <p:cViewPr>
      <p:scale>
        <a:sx n="1" d="1"/>
        <a:sy n="1" d="1"/>
      </p:scale>
      <p:origin x="0" y="0"/>
    </p:cViewPr>
  </p:notesTextViewPr>
  <p:notesViewPr>
    <p:cSldViewPr snapToGrid="0" snapToObjects="1">
      <p:cViewPr varScale="1">
        <p:scale>
          <a:sx n="118" d="100"/>
          <a:sy n="118" d="100"/>
        </p:scale>
        <p:origin x="4218"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 Id="rId3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is de la Garza" userId="5365f7fcd4da17b0" providerId="LiveId" clId="{D955883F-B946-40F1-BFEB-003862376058}"/>
    <pc:docChg chg="undo custSel addSld modSld">
      <pc:chgData name="Luis de la Garza" userId="5365f7fcd4da17b0" providerId="LiveId" clId="{D955883F-B946-40F1-BFEB-003862376058}" dt="2025-08-21T00:42:13.095" v="175" actId="1076"/>
      <pc:docMkLst>
        <pc:docMk/>
      </pc:docMkLst>
      <pc:sldChg chg="addSp modSp mod">
        <pc:chgData name="Luis de la Garza" userId="5365f7fcd4da17b0" providerId="LiveId" clId="{D955883F-B946-40F1-BFEB-003862376058}" dt="2025-08-21T00:00:09.383" v="12" actId="1076"/>
        <pc:sldMkLst>
          <pc:docMk/>
          <pc:sldMk cId="285946382" sldId="2561"/>
        </pc:sldMkLst>
        <pc:spChg chg="mod">
          <ac:chgData name="Luis de la Garza" userId="5365f7fcd4da17b0" providerId="LiveId" clId="{D955883F-B946-40F1-BFEB-003862376058}" dt="2025-08-07T20:21:24.468" v="0" actId="6549"/>
          <ac:spMkLst>
            <pc:docMk/>
            <pc:sldMk cId="285946382" sldId="2561"/>
            <ac:spMk id="2" creationId="{17D06AEF-2A4A-6CB3-AF8E-6DC81B698F9F}"/>
          </ac:spMkLst>
        </pc:spChg>
        <pc:picChg chg="add mod">
          <ac:chgData name="Luis de la Garza" userId="5365f7fcd4da17b0" providerId="LiveId" clId="{D955883F-B946-40F1-BFEB-003862376058}" dt="2025-08-21T00:00:09.383" v="12" actId="1076"/>
          <ac:picMkLst>
            <pc:docMk/>
            <pc:sldMk cId="285946382" sldId="2561"/>
            <ac:picMk id="5" creationId="{4F242255-1E7D-02B2-E942-31899175A173}"/>
          </ac:picMkLst>
        </pc:picChg>
      </pc:sldChg>
      <pc:sldChg chg="addSp delSp modSp add mod setBg delDesignElem">
        <pc:chgData name="Luis de la Garza" userId="5365f7fcd4da17b0" providerId="LiveId" clId="{D955883F-B946-40F1-BFEB-003862376058}" dt="2025-08-21T00:06:18.449" v="32" actId="1076"/>
        <pc:sldMkLst>
          <pc:docMk/>
          <pc:sldMk cId="104034423" sldId="2566"/>
        </pc:sldMkLst>
        <pc:spChg chg="add del mod">
          <ac:chgData name="Luis de la Garza" userId="5365f7fcd4da17b0" providerId="LiveId" clId="{D955883F-B946-40F1-BFEB-003862376058}" dt="2025-08-21T00:04:53.097" v="23" actId="478"/>
          <ac:spMkLst>
            <pc:docMk/>
            <pc:sldMk cId="104034423" sldId="2566"/>
            <ac:spMk id="6" creationId="{53F2DBF0-BE9E-98A8-67E9-AFA4EDFD3AD8}"/>
          </ac:spMkLst>
        </pc:spChg>
        <pc:picChg chg="del">
          <ac:chgData name="Luis de la Garza" userId="5365f7fcd4da17b0" providerId="LiveId" clId="{D955883F-B946-40F1-BFEB-003862376058}" dt="2025-08-21T00:04:39.480" v="19" actId="478"/>
          <ac:picMkLst>
            <pc:docMk/>
            <pc:sldMk cId="104034423" sldId="2566"/>
            <ac:picMk id="5" creationId="{B542A540-B736-4566-B4D1-4690093041C3}"/>
          </ac:picMkLst>
        </pc:picChg>
        <pc:picChg chg="add del mod">
          <ac:chgData name="Luis de la Garza" userId="5365f7fcd4da17b0" providerId="LiveId" clId="{D955883F-B946-40F1-BFEB-003862376058}" dt="2025-08-21T00:05:36.628" v="26" actId="478"/>
          <ac:picMkLst>
            <pc:docMk/>
            <pc:sldMk cId="104034423" sldId="2566"/>
            <ac:picMk id="1026" creationId="{F2D58015-C0C4-5C55-EF60-13B074E95A37}"/>
          </ac:picMkLst>
        </pc:picChg>
        <pc:picChg chg="add mod">
          <ac:chgData name="Luis de la Garza" userId="5365f7fcd4da17b0" providerId="LiveId" clId="{D955883F-B946-40F1-BFEB-003862376058}" dt="2025-08-21T00:06:18.449" v="32" actId="1076"/>
          <ac:picMkLst>
            <pc:docMk/>
            <pc:sldMk cId="104034423" sldId="2566"/>
            <ac:picMk id="1028" creationId="{4D1C0A48-DECF-5E1C-D588-484F82D1184D}"/>
          </ac:picMkLst>
        </pc:picChg>
      </pc:sldChg>
      <pc:sldChg chg="addSp modSp mod">
        <pc:chgData name="Luis de la Garza" userId="5365f7fcd4da17b0" providerId="LiveId" clId="{D955883F-B946-40F1-BFEB-003862376058}" dt="2025-08-21T00:15:52.008" v="61" actId="14100"/>
        <pc:sldMkLst>
          <pc:docMk/>
          <pc:sldMk cId="3082582587" sldId="2567"/>
        </pc:sldMkLst>
        <pc:picChg chg="add mod">
          <ac:chgData name="Luis de la Garza" userId="5365f7fcd4da17b0" providerId="LiveId" clId="{D955883F-B946-40F1-BFEB-003862376058}" dt="2025-08-21T00:15:52.008" v="61" actId="14100"/>
          <ac:picMkLst>
            <pc:docMk/>
            <pc:sldMk cId="3082582587" sldId="2567"/>
            <ac:picMk id="3" creationId="{17886FE3-13F4-5D6A-E8B9-6F67B8EA3F66}"/>
          </ac:picMkLst>
        </pc:picChg>
      </pc:sldChg>
      <pc:sldChg chg="addSp modSp mod modAnim">
        <pc:chgData name="Luis de la Garza" userId="5365f7fcd4da17b0" providerId="LiveId" clId="{D955883F-B946-40F1-BFEB-003862376058}" dt="2025-08-21T00:20:45.208" v="95" actId="1076"/>
        <pc:sldMkLst>
          <pc:docMk/>
          <pc:sldMk cId="1161297401" sldId="2568"/>
        </pc:sldMkLst>
        <pc:spChg chg="mod">
          <ac:chgData name="Luis de la Garza" userId="5365f7fcd4da17b0" providerId="LiveId" clId="{D955883F-B946-40F1-BFEB-003862376058}" dt="2025-08-21T00:20:28.086" v="93" actId="20577"/>
          <ac:spMkLst>
            <pc:docMk/>
            <pc:sldMk cId="1161297401" sldId="2568"/>
            <ac:spMk id="4" creationId="{9D58028B-7740-7D27-71E9-A7393E04CB10}"/>
          </ac:spMkLst>
        </pc:spChg>
        <pc:picChg chg="add mod modCrop">
          <ac:chgData name="Luis de la Garza" userId="5365f7fcd4da17b0" providerId="LiveId" clId="{D955883F-B946-40F1-BFEB-003862376058}" dt="2025-08-21T00:18:50.838" v="73" actId="1076"/>
          <ac:picMkLst>
            <pc:docMk/>
            <pc:sldMk cId="1161297401" sldId="2568"/>
            <ac:picMk id="3" creationId="{E27B5525-65B0-C2E6-C9D2-842091BDAAD2}"/>
          </ac:picMkLst>
        </pc:picChg>
        <pc:picChg chg="add mod">
          <ac:chgData name="Luis de la Garza" userId="5365f7fcd4da17b0" providerId="LiveId" clId="{D955883F-B946-40F1-BFEB-003862376058}" dt="2025-08-21T00:20:45.208" v="95" actId="1076"/>
          <ac:picMkLst>
            <pc:docMk/>
            <pc:sldMk cId="1161297401" sldId="2568"/>
            <ac:picMk id="5" creationId="{6E765B05-0909-E54A-1149-D52FCA4516FD}"/>
          </ac:picMkLst>
        </pc:picChg>
      </pc:sldChg>
      <pc:sldChg chg="addSp modSp mod">
        <pc:chgData name="Luis de la Garza" userId="5365f7fcd4da17b0" providerId="LiveId" clId="{D955883F-B946-40F1-BFEB-003862376058}" dt="2025-08-21T00:28:31.614" v="103" actId="1076"/>
        <pc:sldMkLst>
          <pc:docMk/>
          <pc:sldMk cId="4215076882" sldId="2569"/>
        </pc:sldMkLst>
        <pc:spChg chg="mod">
          <ac:chgData name="Luis de la Garza" userId="5365f7fcd4da17b0" providerId="LiveId" clId="{D955883F-B946-40F1-BFEB-003862376058}" dt="2025-08-21T00:28:27.640" v="102" actId="1076"/>
          <ac:spMkLst>
            <pc:docMk/>
            <pc:sldMk cId="4215076882" sldId="2569"/>
            <ac:spMk id="2" creationId="{98CCAB00-651C-F53F-BDE4-144F093BC19D}"/>
          </ac:spMkLst>
        </pc:spChg>
        <pc:spChg chg="mod">
          <ac:chgData name="Luis de la Garza" userId="5365f7fcd4da17b0" providerId="LiveId" clId="{D955883F-B946-40F1-BFEB-003862376058}" dt="2025-08-21T00:27:58.341" v="101" actId="1076"/>
          <ac:spMkLst>
            <pc:docMk/>
            <pc:sldMk cId="4215076882" sldId="2569"/>
            <ac:spMk id="4" creationId="{48D0D694-772F-B59A-A9EA-E63DC966934F}"/>
          </ac:spMkLst>
        </pc:spChg>
        <pc:picChg chg="add mod">
          <ac:chgData name="Luis de la Garza" userId="5365f7fcd4da17b0" providerId="LiveId" clId="{D955883F-B946-40F1-BFEB-003862376058}" dt="2025-08-21T00:28:31.614" v="103" actId="1076"/>
          <ac:picMkLst>
            <pc:docMk/>
            <pc:sldMk cId="4215076882" sldId="2569"/>
            <ac:picMk id="3074" creationId="{CC93D7A5-3BC9-287C-078E-B27794E43C23}"/>
          </ac:picMkLst>
        </pc:picChg>
      </pc:sldChg>
      <pc:sldChg chg="addSp delSp modSp mod modClrScheme delDesignElem chgLayout">
        <pc:chgData name="Luis de la Garza" userId="5365f7fcd4da17b0" providerId="LiveId" clId="{D955883F-B946-40F1-BFEB-003862376058}" dt="2025-08-21T00:32:36.740" v="116" actId="1076"/>
        <pc:sldMkLst>
          <pc:docMk/>
          <pc:sldMk cId="1241161601" sldId="2571"/>
        </pc:sldMkLst>
        <pc:spChg chg="mod ord">
          <ac:chgData name="Luis de la Garza" userId="5365f7fcd4da17b0" providerId="LiveId" clId="{D955883F-B946-40F1-BFEB-003862376058}" dt="2025-08-21T00:31:32.575" v="110" actId="1076"/>
          <ac:spMkLst>
            <pc:docMk/>
            <pc:sldMk cId="1241161601" sldId="2571"/>
            <ac:spMk id="2" creationId="{6889527F-42AA-9C3C-4986-70A45598FEDA}"/>
          </ac:spMkLst>
        </pc:spChg>
        <pc:spChg chg="mod ord">
          <ac:chgData name="Luis de la Garza" userId="5365f7fcd4da17b0" providerId="LiveId" clId="{D955883F-B946-40F1-BFEB-003862376058}" dt="2025-08-21T00:32:36.740" v="116" actId="1076"/>
          <ac:spMkLst>
            <pc:docMk/>
            <pc:sldMk cId="1241161601" sldId="2571"/>
            <ac:spMk id="4" creationId="{2085F439-537B-6E5C-568D-B42D644EB5F0}"/>
          </ac:spMkLst>
        </pc:spChg>
        <pc:picChg chg="add mod">
          <ac:chgData name="Luis de la Garza" userId="5365f7fcd4da17b0" providerId="LiveId" clId="{D955883F-B946-40F1-BFEB-003862376058}" dt="2025-08-21T00:31:34.313" v="111" actId="1076"/>
          <ac:picMkLst>
            <pc:docMk/>
            <pc:sldMk cId="1241161601" sldId="2571"/>
            <ac:picMk id="5" creationId="{BC602C80-D958-DC41-ADFB-ECF002549F01}"/>
          </ac:picMkLst>
        </pc:picChg>
        <pc:cxnChg chg="del">
          <ac:chgData name="Luis de la Garza" userId="5365f7fcd4da17b0" providerId="LiveId" clId="{D955883F-B946-40F1-BFEB-003862376058}" dt="2025-08-21T00:31:22.584" v="109" actId="700"/>
          <ac:cxnSpMkLst>
            <pc:docMk/>
            <pc:sldMk cId="1241161601" sldId="2571"/>
            <ac:cxnSpMk id="10" creationId="{CD8BC200-CFA3-C21D-9306-5C7BA0186540}"/>
          </ac:cxnSpMkLst>
        </pc:cxnChg>
      </pc:sldChg>
      <pc:sldChg chg="addSp modSp mod">
        <pc:chgData name="Luis de la Garza" userId="5365f7fcd4da17b0" providerId="LiveId" clId="{D955883F-B946-40F1-BFEB-003862376058}" dt="2025-08-21T00:42:13.095" v="175" actId="1076"/>
        <pc:sldMkLst>
          <pc:docMk/>
          <pc:sldMk cId="3965055174" sldId="2572"/>
        </pc:sldMkLst>
        <pc:spChg chg="mod">
          <ac:chgData name="Luis de la Garza" userId="5365f7fcd4da17b0" providerId="LiveId" clId="{D955883F-B946-40F1-BFEB-003862376058}" dt="2025-08-21T00:42:13.095" v="175" actId="1076"/>
          <ac:spMkLst>
            <pc:docMk/>
            <pc:sldMk cId="3965055174" sldId="2572"/>
            <ac:spMk id="4" creationId="{999B1821-CBC5-AFA4-9C93-91EF307707B0}"/>
          </ac:spMkLst>
        </pc:spChg>
        <pc:picChg chg="add mod">
          <ac:chgData name="Luis de la Garza" userId="5365f7fcd4da17b0" providerId="LiveId" clId="{D955883F-B946-40F1-BFEB-003862376058}" dt="2025-08-21T00:37:37.176" v="133" actId="1076"/>
          <ac:picMkLst>
            <pc:docMk/>
            <pc:sldMk cId="3965055174" sldId="2572"/>
            <ac:picMk id="3" creationId="{6B5272D2-FD1D-3536-CB99-2616077A74F0}"/>
          </ac:picMkLst>
        </pc:picChg>
      </pc:sldChg>
      <pc:sldChg chg="delSp modSp add setBg delDesignElem">
        <pc:chgData name="Luis de la Garza" userId="5365f7fcd4da17b0" providerId="LiveId" clId="{D955883F-B946-40F1-BFEB-003862376058}" dt="2025-08-21T00:10:11.127" v="44"/>
        <pc:sldMkLst>
          <pc:docMk/>
          <pc:sldMk cId="4217892579" sldId="2579"/>
        </pc:sldMkLst>
        <pc:graphicFrameChg chg="mod">
          <ac:chgData name="Luis de la Garza" userId="5365f7fcd4da17b0" providerId="LiveId" clId="{D955883F-B946-40F1-BFEB-003862376058}" dt="2025-08-21T00:10:11.127" v="44"/>
          <ac:graphicFrameMkLst>
            <pc:docMk/>
            <pc:sldMk cId="4217892579" sldId="2579"/>
            <ac:graphicFrameMk id="4" creationId="{89311F04-4F11-4CF0-AA31-6B04AC235966}"/>
          </ac:graphicFrameMkLst>
        </pc:graphicFrameChg>
      </pc:sldChg>
      <pc:sldChg chg="addSp delSp modSp add mod setBg delDesignElem">
        <pc:chgData name="Luis de la Garza" userId="5365f7fcd4da17b0" providerId="LiveId" clId="{D955883F-B946-40F1-BFEB-003862376058}" dt="2025-08-21T00:01:59.463" v="18" actId="26606"/>
        <pc:sldMkLst>
          <pc:docMk/>
          <pc:sldMk cId="1890312496" sldId="2580"/>
        </pc:sldMkLst>
        <pc:spChg chg="mod">
          <ac:chgData name="Luis de la Garza" userId="5365f7fcd4da17b0" providerId="LiveId" clId="{D955883F-B946-40F1-BFEB-003862376058}" dt="2025-08-21T00:01:59.463" v="18" actId="26606"/>
          <ac:spMkLst>
            <pc:docMk/>
            <pc:sldMk cId="1890312496" sldId="2580"/>
            <ac:spMk id="2" creationId="{97BE603B-1E81-CFDE-B32A-5ECBC6D69676}"/>
          </ac:spMkLst>
        </pc:spChg>
        <pc:spChg chg="mod">
          <ac:chgData name="Luis de la Garza" userId="5365f7fcd4da17b0" providerId="LiveId" clId="{D955883F-B946-40F1-BFEB-003862376058}" dt="2025-08-21T00:01:59.463" v="18" actId="26606"/>
          <ac:spMkLst>
            <pc:docMk/>
            <pc:sldMk cId="1890312496" sldId="2580"/>
            <ac:spMk id="4" creationId="{C21B9B35-135E-A23E-3848-61AF188F042E}"/>
          </ac:spMkLst>
        </pc:spChg>
        <pc:spChg chg="add del mod">
          <ac:chgData name="Luis de la Garza" userId="5365f7fcd4da17b0" providerId="LiveId" clId="{D955883F-B946-40F1-BFEB-003862376058}" dt="2025-08-21T00:01:29.423" v="14" actId="478"/>
          <ac:spMkLst>
            <pc:docMk/>
            <pc:sldMk cId="1890312496" sldId="2580"/>
            <ac:spMk id="6" creationId="{3007F93B-B469-65F6-0E76-8DCCEC1C7DAC}"/>
          </ac:spMkLst>
        </pc:spChg>
        <pc:spChg chg="add">
          <ac:chgData name="Luis de la Garza" userId="5365f7fcd4da17b0" providerId="LiveId" clId="{D955883F-B946-40F1-BFEB-003862376058}" dt="2025-08-21T00:01:59.463" v="18" actId="26606"/>
          <ac:spMkLst>
            <pc:docMk/>
            <pc:sldMk cId="1890312496" sldId="2580"/>
            <ac:spMk id="12" creationId="{B6FACB3C-9069-4791-BC5C-0DB7CD19B853}"/>
          </ac:spMkLst>
        </pc:spChg>
        <pc:spChg chg="add">
          <ac:chgData name="Luis de la Garza" userId="5365f7fcd4da17b0" providerId="LiveId" clId="{D955883F-B946-40F1-BFEB-003862376058}" dt="2025-08-21T00:01:59.463" v="18" actId="26606"/>
          <ac:spMkLst>
            <pc:docMk/>
            <pc:sldMk cId="1890312496" sldId="2580"/>
            <ac:spMk id="14" creationId="{71F2038E-D777-4B76-81DD-DD13EE91B9DD}"/>
          </ac:spMkLst>
        </pc:spChg>
        <pc:grpChg chg="add">
          <ac:chgData name="Luis de la Garza" userId="5365f7fcd4da17b0" providerId="LiveId" clId="{D955883F-B946-40F1-BFEB-003862376058}" dt="2025-08-21T00:01:59.463" v="18" actId="26606"/>
          <ac:grpSpMkLst>
            <pc:docMk/>
            <pc:sldMk cId="1890312496" sldId="2580"/>
            <ac:grpSpMk id="16" creationId="{DD354807-230F-4402-B1B9-F733A8F1F190}"/>
          </ac:grpSpMkLst>
        </pc:grpChg>
        <pc:picChg chg="del">
          <ac:chgData name="Luis de la Garza" userId="5365f7fcd4da17b0" providerId="LiveId" clId="{D955883F-B946-40F1-BFEB-003862376058}" dt="2025-08-21T00:01:16.763" v="13" actId="478"/>
          <ac:picMkLst>
            <pc:docMk/>
            <pc:sldMk cId="1890312496" sldId="2580"/>
            <ac:picMk id="5" creationId="{79B2EDD8-DF47-4229-B649-477652E6E1EB}"/>
          </ac:picMkLst>
        </pc:picChg>
        <pc:picChg chg="add mod">
          <ac:chgData name="Luis de la Garza" userId="5365f7fcd4da17b0" providerId="LiveId" clId="{D955883F-B946-40F1-BFEB-003862376058}" dt="2025-08-21T00:01:59.463" v="18" actId="26606"/>
          <ac:picMkLst>
            <pc:docMk/>
            <pc:sldMk cId="1890312496" sldId="2580"/>
            <ac:picMk id="7" creationId="{78DECC96-2693-7B08-33AB-D5B0D8CB3771}"/>
          </ac:picMkLst>
        </pc:picChg>
      </pc:sldChg>
      <pc:sldChg chg="addSp delSp modSp add mod setBg delDesignElem">
        <pc:chgData name="Luis de la Garza" userId="5365f7fcd4da17b0" providerId="LiveId" clId="{D955883F-B946-40F1-BFEB-003862376058}" dt="2025-08-21T00:12:45.761" v="58" actId="14861"/>
        <pc:sldMkLst>
          <pc:docMk/>
          <pc:sldMk cId="956211739" sldId="2581"/>
        </pc:sldMkLst>
        <pc:spChg chg="add del mod">
          <ac:chgData name="Luis de la Garza" userId="5365f7fcd4da17b0" providerId="LiveId" clId="{D955883F-B946-40F1-BFEB-003862376058}" dt="2025-08-21T00:11:42.899" v="49"/>
          <ac:spMkLst>
            <pc:docMk/>
            <pc:sldMk cId="956211739" sldId="2581"/>
            <ac:spMk id="6" creationId="{C2A55B31-E2E1-2BF4-0E81-E60D8920AA60}"/>
          </ac:spMkLst>
        </pc:spChg>
        <pc:spChg chg="add del mod">
          <ac:chgData name="Luis de la Garza" userId="5365f7fcd4da17b0" providerId="LiveId" clId="{D955883F-B946-40F1-BFEB-003862376058}" dt="2025-08-21T00:11:51.118" v="51" actId="478"/>
          <ac:spMkLst>
            <pc:docMk/>
            <pc:sldMk cId="956211739" sldId="2581"/>
            <ac:spMk id="7" creationId="{56B50325-1DB6-5E32-79E2-E8CC6760ECE5}"/>
          </ac:spMkLst>
        </pc:spChg>
        <pc:picChg chg="del">
          <ac:chgData name="Luis de la Garza" userId="5365f7fcd4da17b0" providerId="LiveId" clId="{D955883F-B946-40F1-BFEB-003862376058}" dt="2025-08-21T00:11:35.145" v="45" actId="478"/>
          <ac:picMkLst>
            <pc:docMk/>
            <pc:sldMk cId="956211739" sldId="2581"/>
            <ac:picMk id="5" creationId="{D52FA85D-39D6-4F9D-97E6-883E24848591}"/>
          </ac:picMkLst>
        </pc:picChg>
        <pc:picChg chg="add mod">
          <ac:chgData name="Luis de la Garza" userId="5365f7fcd4da17b0" providerId="LiveId" clId="{D955883F-B946-40F1-BFEB-003862376058}" dt="2025-08-21T00:12:45.761" v="58" actId="14861"/>
          <ac:picMkLst>
            <pc:docMk/>
            <pc:sldMk cId="956211739" sldId="2581"/>
            <ac:picMk id="2050" creationId="{0120E4BD-475D-5627-5638-6C75EB1FEB2E}"/>
          </ac:picMkLst>
        </pc:picChg>
        <pc:picChg chg="add del mod">
          <ac:chgData name="Luis de la Garza" userId="5365f7fcd4da17b0" providerId="LiveId" clId="{D955883F-B946-40F1-BFEB-003862376058}" dt="2025-08-21T00:11:46.238" v="50" actId="478"/>
          <ac:picMkLst>
            <pc:docMk/>
            <pc:sldMk cId="956211739" sldId="2581"/>
            <ac:picMk id="2052" creationId="{A5F4D026-C2BB-71FE-A49D-A5B8AA692EE5}"/>
          </ac:picMkLst>
        </pc:pic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image" Target="../media/image5.png"/></Relationships>
</file>

<file path=ppt/diagrams/_rels/drawing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image" Target="../media/image5.png"/></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9CFF139-4012-43E8-8864-1BC6011FDE47}" type="doc">
      <dgm:prSet loTypeId="urn:microsoft.com/office/officeart/2024/3/layout/verticalVisualTextBlock1" loCatId="Picture" qsTypeId="urn:microsoft.com/office/officeart/2005/8/quickstyle/simple4" qsCatId="simple" csTypeId="urn:microsoft.com/office/officeart/2005/8/colors/accent0_1" csCatId="mainScheme" phldr="1"/>
      <dgm:spPr/>
      <dgm:t>
        <a:bodyPr/>
        <a:lstStyle/>
        <a:p>
          <a:endParaRPr lang="es-MX"/>
        </a:p>
      </dgm:t>
    </dgm:pt>
    <dgm:pt modelId="{96B6CB47-D1DD-4D44-B782-826B6A7E47A0}">
      <dgm:prSet/>
      <dgm:spPr/>
      <dgm:t>
        <a:bodyPr/>
        <a:lstStyle/>
        <a:p>
          <a:pPr>
            <a:lnSpc>
              <a:spcPct val="100000"/>
            </a:lnSpc>
            <a:defRPr b="1"/>
          </a:pPr>
          <a:r>
            <a:rPr lang="es-MX"/>
            <a:t>Representación de datos</a:t>
          </a:r>
        </a:p>
      </dgm:t>
    </dgm:pt>
    <dgm:pt modelId="{5CBCF606-6FA7-49B6-A560-E9C0F4EA6D88}" type="parTrans" cxnId="{C33E4544-668D-4D68-8B07-22927380EE1C}">
      <dgm:prSet/>
      <dgm:spPr/>
      <dgm:t>
        <a:bodyPr/>
        <a:lstStyle/>
        <a:p>
          <a:endParaRPr lang="es-MX"/>
        </a:p>
      </dgm:t>
    </dgm:pt>
    <dgm:pt modelId="{6C429EF3-5790-4E43-B57E-D5FA9F1C69DA}" type="sibTrans" cxnId="{C33E4544-668D-4D68-8B07-22927380EE1C}">
      <dgm:prSet/>
      <dgm:spPr/>
      <dgm:t>
        <a:bodyPr/>
        <a:lstStyle/>
        <a:p>
          <a:pPr>
            <a:lnSpc>
              <a:spcPct val="100000"/>
            </a:lnSpc>
            <a:defRPr b="1"/>
          </a:pPr>
          <a:endParaRPr lang="es-MX"/>
        </a:p>
      </dgm:t>
    </dgm:pt>
    <dgm:pt modelId="{DF87AE75-B959-4AAC-B728-111719D274AA}">
      <dgm:prSet/>
      <dgm:spPr/>
      <dgm:t>
        <a:bodyPr/>
        <a:lstStyle/>
        <a:p>
          <a:pPr>
            <a:lnSpc>
              <a:spcPct val="100000"/>
            </a:lnSpc>
          </a:pPr>
          <a:r>
            <a:rPr lang="es-MX"/>
            <a:t>Los modelos de vectores usan magnitudes y direcciones para representar datos en espacios multidimensionales.</a:t>
          </a:r>
        </a:p>
      </dgm:t>
    </dgm:pt>
    <dgm:pt modelId="{FE794D9D-49E4-47CE-A7F1-77ADE4F56DAD}" type="parTrans" cxnId="{F8B08D88-3DCF-4E35-BCBC-CEE5467DDF5E}">
      <dgm:prSet/>
      <dgm:spPr/>
      <dgm:t>
        <a:bodyPr/>
        <a:lstStyle/>
        <a:p>
          <a:endParaRPr lang="es-MX"/>
        </a:p>
      </dgm:t>
    </dgm:pt>
    <dgm:pt modelId="{6B152B61-72DE-43E3-94A0-CDEC5C13F4A3}" type="sibTrans" cxnId="{F8B08D88-3DCF-4E35-BCBC-CEE5467DDF5E}">
      <dgm:prSet/>
      <dgm:spPr/>
      <dgm:t>
        <a:bodyPr/>
        <a:lstStyle/>
        <a:p>
          <a:endParaRPr lang="es-MX"/>
        </a:p>
      </dgm:t>
    </dgm:pt>
    <dgm:pt modelId="{E7A65F91-F810-4960-90FC-B9063D3A7EA0}">
      <dgm:prSet/>
      <dgm:spPr/>
      <dgm:t>
        <a:bodyPr/>
        <a:lstStyle/>
        <a:p>
          <a:pPr>
            <a:lnSpc>
              <a:spcPct val="100000"/>
            </a:lnSpc>
            <a:defRPr b="1"/>
          </a:pPr>
          <a:r>
            <a:rPr lang="es-MX"/>
            <a:t>Captura de relaciones complejas</a:t>
          </a:r>
        </a:p>
      </dgm:t>
    </dgm:pt>
    <dgm:pt modelId="{225A0AD1-38D6-4F73-8133-3EE33F3A6E5E}" type="parTrans" cxnId="{7EAE8ADD-8F59-4BF1-8678-4E824DA47D87}">
      <dgm:prSet/>
      <dgm:spPr/>
      <dgm:t>
        <a:bodyPr/>
        <a:lstStyle/>
        <a:p>
          <a:endParaRPr lang="es-MX"/>
        </a:p>
      </dgm:t>
    </dgm:pt>
    <dgm:pt modelId="{E4368A0A-3C22-4EB5-802D-6F39990E472F}" type="sibTrans" cxnId="{7EAE8ADD-8F59-4BF1-8678-4E824DA47D87}">
      <dgm:prSet/>
      <dgm:spPr/>
      <dgm:t>
        <a:bodyPr/>
        <a:lstStyle/>
        <a:p>
          <a:pPr>
            <a:lnSpc>
              <a:spcPct val="100000"/>
            </a:lnSpc>
            <a:defRPr b="1"/>
          </a:pPr>
          <a:endParaRPr lang="es-MX"/>
        </a:p>
      </dgm:t>
    </dgm:pt>
    <dgm:pt modelId="{BFD62366-8CF2-416F-BA27-2E5622E499C5}">
      <dgm:prSet/>
      <dgm:spPr/>
      <dgm:t>
        <a:bodyPr/>
        <a:lstStyle/>
        <a:p>
          <a:pPr>
            <a:lnSpc>
              <a:spcPct val="100000"/>
            </a:lnSpc>
          </a:pPr>
          <a:r>
            <a:rPr lang="es-MX"/>
            <a:t>Permiten captar relaciones complejas entre datos usando la dirección y magnitud de los vectores.</a:t>
          </a:r>
        </a:p>
      </dgm:t>
    </dgm:pt>
    <dgm:pt modelId="{68A71613-1B9C-4A81-AE9D-66190672EB91}" type="parTrans" cxnId="{1685E931-B24E-47C2-9074-2DF3FD423486}">
      <dgm:prSet/>
      <dgm:spPr/>
      <dgm:t>
        <a:bodyPr/>
        <a:lstStyle/>
        <a:p>
          <a:endParaRPr lang="es-MX"/>
        </a:p>
      </dgm:t>
    </dgm:pt>
    <dgm:pt modelId="{D5160157-673D-489A-927A-4985324D9F09}" type="sibTrans" cxnId="{1685E931-B24E-47C2-9074-2DF3FD423486}">
      <dgm:prSet/>
      <dgm:spPr/>
      <dgm:t>
        <a:bodyPr/>
        <a:lstStyle/>
        <a:p>
          <a:endParaRPr lang="es-MX"/>
        </a:p>
      </dgm:t>
    </dgm:pt>
    <dgm:pt modelId="{66DE5077-7568-40AF-9D96-9C6E415A57F1}">
      <dgm:prSet/>
      <dgm:spPr/>
      <dgm:t>
        <a:bodyPr/>
        <a:lstStyle/>
        <a:p>
          <a:pPr>
            <a:lnSpc>
              <a:spcPct val="100000"/>
            </a:lnSpc>
            <a:defRPr b="1"/>
          </a:pPr>
          <a:r>
            <a:rPr lang="es-MX"/>
            <a:t>Operaciones matemáticas precisas</a:t>
          </a:r>
        </a:p>
      </dgm:t>
    </dgm:pt>
    <dgm:pt modelId="{EDCDE046-DD06-4CDA-A9FC-2A6B8453E104}" type="parTrans" cxnId="{A33CE3F4-22F0-4331-9A36-730F39D283C9}">
      <dgm:prSet/>
      <dgm:spPr/>
      <dgm:t>
        <a:bodyPr/>
        <a:lstStyle/>
        <a:p>
          <a:endParaRPr lang="es-MX"/>
        </a:p>
      </dgm:t>
    </dgm:pt>
    <dgm:pt modelId="{C5C86954-AF94-4268-8CA4-57A3C5188B43}" type="sibTrans" cxnId="{A33CE3F4-22F0-4331-9A36-730F39D283C9}">
      <dgm:prSet/>
      <dgm:spPr/>
      <dgm:t>
        <a:bodyPr/>
        <a:lstStyle/>
        <a:p>
          <a:endParaRPr lang="es-MX"/>
        </a:p>
      </dgm:t>
    </dgm:pt>
    <dgm:pt modelId="{212CE6AE-0F36-4668-B03D-D7D34C9D1323}">
      <dgm:prSet/>
      <dgm:spPr/>
      <dgm:t>
        <a:bodyPr/>
        <a:lstStyle/>
        <a:p>
          <a:pPr>
            <a:lnSpc>
              <a:spcPct val="100000"/>
            </a:lnSpc>
          </a:pPr>
          <a:r>
            <a:rPr lang="es-MX"/>
            <a:t>Facilitan operaciones matemáticas exactas para análisis y procesamiento de datos.</a:t>
          </a:r>
        </a:p>
      </dgm:t>
    </dgm:pt>
    <dgm:pt modelId="{5FBE0393-B16A-4DE1-A610-0D8DE997CDD9}" type="parTrans" cxnId="{B8F8188E-4DA9-4902-A3F0-4A90D1F8FAB4}">
      <dgm:prSet/>
      <dgm:spPr/>
      <dgm:t>
        <a:bodyPr/>
        <a:lstStyle/>
        <a:p>
          <a:endParaRPr lang="es-MX"/>
        </a:p>
      </dgm:t>
    </dgm:pt>
    <dgm:pt modelId="{AC29FCB8-EF6E-4D17-B6A2-A07BD1AFF70F}" type="sibTrans" cxnId="{B8F8188E-4DA9-4902-A3F0-4A90D1F8FAB4}">
      <dgm:prSet/>
      <dgm:spPr/>
      <dgm:t>
        <a:bodyPr/>
        <a:lstStyle/>
        <a:p>
          <a:endParaRPr lang="es-MX"/>
        </a:p>
      </dgm:t>
    </dgm:pt>
    <dgm:pt modelId="{4FAD1CC3-B0D5-433A-8129-9F372B152EB0}" type="pres">
      <dgm:prSet presAssocID="{49CFF139-4012-43E8-8864-1BC6011FDE47}" presName="Root" presStyleCnt="0">
        <dgm:presLayoutVars>
          <dgm:dir/>
          <dgm:resizeHandles val="exact"/>
        </dgm:presLayoutVars>
      </dgm:prSet>
      <dgm:spPr/>
    </dgm:pt>
    <dgm:pt modelId="{F6CDC589-28E3-4EBE-AC38-E9570F76FE64}" type="pres">
      <dgm:prSet presAssocID="{96B6CB47-D1DD-4D44-B782-826B6A7E47A0}" presName="Composite" presStyleCnt="0"/>
      <dgm:spPr/>
    </dgm:pt>
    <dgm:pt modelId="{121638D5-03DA-4985-9332-68259CA37D0F}" type="pres">
      <dgm:prSet presAssocID="{96B6CB47-D1DD-4D44-B782-826B6A7E47A0}" presName="Picture" presStyleLbl="node1" presStyleIdx="0" presStyleCnt="3"/>
      <dgm:spPr>
        <a:blipFill rotWithShape="1">
          <a:blip xmlns:r="http://schemas.openxmlformats.org/officeDocument/2006/relationships" r:embed="rId1"/>
          <a:srcRect/>
          <a:stretch>
            <a:fillRect/>
          </a:stretch>
        </a:blipFill>
      </dgm:spPr>
    </dgm:pt>
    <dgm:pt modelId="{FF12BC47-F3F6-4C19-9DEF-7CB40A79861D}" type="pres">
      <dgm:prSet presAssocID="{96B6CB47-D1DD-4D44-B782-826B6A7E47A0}" presName="Subtitle" presStyleLbl="revTx" presStyleIdx="0" presStyleCnt="6">
        <dgm:presLayoutVars>
          <dgm:chMax val="0"/>
          <dgm:bulletEnabled/>
        </dgm:presLayoutVars>
      </dgm:prSet>
      <dgm:spPr/>
    </dgm:pt>
    <dgm:pt modelId="{D88F7BF1-F398-40C8-9E69-0E4F56FD9061}" type="pres">
      <dgm:prSet presAssocID="{96B6CB47-D1DD-4D44-B782-826B6A7E47A0}" presName="Description" presStyleLbl="revTx" presStyleIdx="1" presStyleCnt="6">
        <dgm:presLayoutVars>
          <dgm:bulletEnabled/>
        </dgm:presLayoutVars>
      </dgm:prSet>
      <dgm:spPr/>
    </dgm:pt>
    <dgm:pt modelId="{A393FE63-9D8A-4225-AF7A-29B71F1F5233}" type="pres">
      <dgm:prSet presAssocID="{6C429EF3-5790-4E43-B57E-D5FA9F1C69DA}" presName="sibTrans" presStyleLbl="sibTrans2D1" presStyleIdx="0" presStyleCnt="0"/>
      <dgm:spPr/>
    </dgm:pt>
    <dgm:pt modelId="{D6E7B072-B94E-4F76-B412-1B64A45483B0}" type="pres">
      <dgm:prSet presAssocID="{E7A65F91-F810-4960-90FC-B9063D3A7EA0}" presName="Composite" presStyleCnt="0"/>
      <dgm:spPr/>
    </dgm:pt>
    <dgm:pt modelId="{844C6BBD-4448-4A9D-9824-9BC4EADF4FE4}" type="pres">
      <dgm:prSet presAssocID="{E7A65F91-F810-4960-90FC-B9063D3A7EA0}" presName="Picture" presStyleLbl="node1" presStyleIdx="1" presStyleCnt="3"/>
      <dgm:spPr>
        <a:blipFill rotWithShape="1">
          <a:blip xmlns:r="http://schemas.openxmlformats.org/officeDocument/2006/relationships" r:embed="rId2"/>
          <a:srcRect/>
          <a:stretch>
            <a:fillRect l="-21000" r="-21000"/>
          </a:stretch>
        </a:blipFill>
      </dgm:spPr>
    </dgm:pt>
    <dgm:pt modelId="{3A8D17E1-B80E-4A10-AB35-3054969601E7}" type="pres">
      <dgm:prSet presAssocID="{E7A65F91-F810-4960-90FC-B9063D3A7EA0}" presName="Subtitle" presStyleLbl="revTx" presStyleIdx="2" presStyleCnt="6">
        <dgm:presLayoutVars>
          <dgm:chMax val="0"/>
          <dgm:bulletEnabled/>
        </dgm:presLayoutVars>
      </dgm:prSet>
      <dgm:spPr/>
    </dgm:pt>
    <dgm:pt modelId="{058D7895-3A4E-4859-AF83-D0D8718CFD12}" type="pres">
      <dgm:prSet presAssocID="{E7A65F91-F810-4960-90FC-B9063D3A7EA0}" presName="Description" presStyleLbl="revTx" presStyleIdx="3" presStyleCnt="6">
        <dgm:presLayoutVars>
          <dgm:bulletEnabled/>
        </dgm:presLayoutVars>
      </dgm:prSet>
      <dgm:spPr/>
    </dgm:pt>
    <dgm:pt modelId="{EBC8F0B6-5324-4489-9911-E187B2BF5449}" type="pres">
      <dgm:prSet presAssocID="{E4368A0A-3C22-4EB5-802D-6F39990E472F}" presName="sibTrans" presStyleLbl="sibTrans2D1" presStyleIdx="0" presStyleCnt="0"/>
      <dgm:spPr/>
    </dgm:pt>
    <dgm:pt modelId="{16FEC422-AA91-4AD3-8D7D-0AB483995BAE}" type="pres">
      <dgm:prSet presAssocID="{66DE5077-7568-40AF-9D96-9C6E415A57F1}" presName="Composite" presStyleCnt="0"/>
      <dgm:spPr/>
    </dgm:pt>
    <dgm:pt modelId="{F2C46890-49E9-41F1-8267-DF4C14AF2353}" type="pres">
      <dgm:prSet presAssocID="{66DE5077-7568-40AF-9D96-9C6E415A57F1}" presName="Picture" presStyleLbl="node1" presStyleIdx="2" presStyleCnt="3" custLinFactNeighborY="15"/>
      <dgm:spPr>
        <a:blipFill rotWithShape="1">
          <a:blip xmlns:r="http://schemas.openxmlformats.org/officeDocument/2006/relationships" r:embed="rId3"/>
          <a:srcRect/>
          <a:stretch>
            <a:fillRect l="-25000" r="-25000"/>
          </a:stretch>
        </a:blipFill>
      </dgm:spPr>
    </dgm:pt>
    <dgm:pt modelId="{FEFC75E6-13A7-4D49-AEE9-1CB2F701E638}" type="pres">
      <dgm:prSet presAssocID="{66DE5077-7568-40AF-9D96-9C6E415A57F1}" presName="Subtitle" presStyleLbl="revTx" presStyleIdx="4" presStyleCnt="6">
        <dgm:presLayoutVars>
          <dgm:chMax val="0"/>
          <dgm:bulletEnabled/>
        </dgm:presLayoutVars>
      </dgm:prSet>
      <dgm:spPr/>
    </dgm:pt>
    <dgm:pt modelId="{8DA74F1F-21B7-475B-9AAE-CCE82380CFC8}" type="pres">
      <dgm:prSet presAssocID="{66DE5077-7568-40AF-9D96-9C6E415A57F1}" presName="Description" presStyleLbl="revTx" presStyleIdx="5" presStyleCnt="6">
        <dgm:presLayoutVars>
          <dgm:bulletEnabled/>
        </dgm:presLayoutVars>
      </dgm:prSet>
      <dgm:spPr/>
    </dgm:pt>
  </dgm:ptLst>
  <dgm:cxnLst>
    <dgm:cxn modelId="{3355830B-1796-4133-AEF2-E04769A53C55}" type="presOf" srcId="{6C429EF3-5790-4E43-B57E-D5FA9F1C69DA}" destId="{A393FE63-9D8A-4225-AF7A-29B71F1F5233}" srcOrd="0" destOrd="0" presId="urn:microsoft.com/office/officeart/2024/3/layout/verticalVisualTextBlock1"/>
    <dgm:cxn modelId="{1685E931-B24E-47C2-9074-2DF3FD423486}" srcId="{E7A65F91-F810-4960-90FC-B9063D3A7EA0}" destId="{BFD62366-8CF2-416F-BA27-2E5622E499C5}" srcOrd="0" destOrd="0" parTransId="{68A71613-1B9C-4A81-AE9D-66190672EB91}" sibTransId="{D5160157-673D-489A-927A-4985324D9F09}"/>
    <dgm:cxn modelId="{4111603E-6D95-4126-95BF-C981EC528B18}" type="presOf" srcId="{DF87AE75-B959-4AAC-B728-111719D274AA}" destId="{D88F7BF1-F398-40C8-9E69-0E4F56FD9061}" srcOrd="0" destOrd="0" presId="urn:microsoft.com/office/officeart/2024/3/layout/verticalVisualTextBlock1"/>
    <dgm:cxn modelId="{C33E4544-668D-4D68-8B07-22927380EE1C}" srcId="{49CFF139-4012-43E8-8864-1BC6011FDE47}" destId="{96B6CB47-D1DD-4D44-B782-826B6A7E47A0}" srcOrd="0" destOrd="0" parTransId="{5CBCF606-6FA7-49B6-A560-E9C0F4EA6D88}" sibTransId="{6C429EF3-5790-4E43-B57E-D5FA9F1C69DA}"/>
    <dgm:cxn modelId="{3F607064-267B-43F0-83B0-15B826422B0C}" type="presOf" srcId="{96B6CB47-D1DD-4D44-B782-826B6A7E47A0}" destId="{FF12BC47-F3F6-4C19-9DEF-7CB40A79861D}" srcOrd="0" destOrd="0" presId="urn:microsoft.com/office/officeart/2024/3/layout/verticalVisualTextBlock1"/>
    <dgm:cxn modelId="{F8B08D88-3DCF-4E35-BCBC-CEE5467DDF5E}" srcId="{96B6CB47-D1DD-4D44-B782-826B6A7E47A0}" destId="{DF87AE75-B959-4AAC-B728-111719D274AA}" srcOrd="0" destOrd="0" parTransId="{FE794D9D-49E4-47CE-A7F1-77ADE4F56DAD}" sibTransId="{6B152B61-72DE-43E3-94A0-CDEC5C13F4A3}"/>
    <dgm:cxn modelId="{BFC6B78A-BBB6-4D01-AC09-4BC5DC9A54CF}" type="presOf" srcId="{E4368A0A-3C22-4EB5-802D-6F39990E472F}" destId="{EBC8F0B6-5324-4489-9911-E187B2BF5449}" srcOrd="0" destOrd="0" presId="urn:microsoft.com/office/officeart/2024/3/layout/verticalVisualTextBlock1"/>
    <dgm:cxn modelId="{B8F8188E-4DA9-4902-A3F0-4A90D1F8FAB4}" srcId="{66DE5077-7568-40AF-9D96-9C6E415A57F1}" destId="{212CE6AE-0F36-4668-B03D-D7D34C9D1323}" srcOrd="0" destOrd="0" parTransId="{5FBE0393-B16A-4DE1-A610-0D8DE997CDD9}" sibTransId="{AC29FCB8-EF6E-4D17-B6A2-A07BD1AFF70F}"/>
    <dgm:cxn modelId="{141C99AA-1B13-41A0-9D4B-28DDEBB3FF5E}" type="presOf" srcId="{E7A65F91-F810-4960-90FC-B9063D3A7EA0}" destId="{3A8D17E1-B80E-4A10-AB35-3054969601E7}" srcOrd="0" destOrd="0" presId="urn:microsoft.com/office/officeart/2024/3/layout/verticalVisualTextBlock1"/>
    <dgm:cxn modelId="{2CE946C0-1C8C-4F2A-A68D-8A21103593CE}" type="presOf" srcId="{BFD62366-8CF2-416F-BA27-2E5622E499C5}" destId="{058D7895-3A4E-4859-AF83-D0D8718CFD12}" srcOrd="0" destOrd="0" presId="urn:microsoft.com/office/officeart/2024/3/layout/verticalVisualTextBlock1"/>
    <dgm:cxn modelId="{73A20CCE-81BC-4DDB-AF0B-B7B609FA7A8D}" type="presOf" srcId="{49CFF139-4012-43E8-8864-1BC6011FDE47}" destId="{4FAD1CC3-B0D5-433A-8129-9F372B152EB0}" srcOrd="0" destOrd="0" presId="urn:microsoft.com/office/officeart/2024/3/layout/verticalVisualTextBlock1"/>
    <dgm:cxn modelId="{C906AED7-B3FB-4006-B5A3-AA7B53DE2B82}" type="presOf" srcId="{66DE5077-7568-40AF-9D96-9C6E415A57F1}" destId="{FEFC75E6-13A7-4D49-AEE9-1CB2F701E638}" srcOrd="0" destOrd="0" presId="urn:microsoft.com/office/officeart/2024/3/layout/verticalVisualTextBlock1"/>
    <dgm:cxn modelId="{7EAE8ADD-8F59-4BF1-8678-4E824DA47D87}" srcId="{49CFF139-4012-43E8-8864-1BC6011FDE47}" destId="{E7A65F91-F810-4960-90FC-B9063D3A7EA0}" srcOrd="1" destOrd="0" parTransId="{225A0AD1-38D6-4F73-8133-3EE33F3A6E5E}" sibTransId="{E4368A0A-3C22-4EB5-802D-6F39990E472F}"/>
    <dgm:cxn modelId="{CD744CEF-BA04-4BE3-AE97-C6CF71E3A9F2}" type="presOf" srcId="{212CE6AE-0F36-4668-B03D-D7D34C9D1323}" destId="{8DA74F1F-21B7-475B-9AAE-CCE82380CFC8}" srcOrd="0" destOrd="0" presId="urn:microsoft.com/office/officeart/2024/3/layout/verticalVisualTextBlock1"/>
    <dgm:cxn modelId="{A33CE3F4-22F0-4331-9A36-730F39D283C9}" srcId="{49CFF139-4012-43E8-8864-1BC6011FDE47}" destId="{66DE5077-7568-40AF-9D96-9C6E415A57F1}" srcOrd="2" destOrd="0" parTransId="{EDCDE046-DD06-4CDA-A9FC-2A6B8453E104}" sibTransId="{C5C86954-AF94-4268-8CA4-57A3C5188B43}"/>
    <dgm:cxn modelId="{0521218B-35EA-44B8-B3B7-0D06382527BA}" type="presParOf" srcId="{4FAD1CC3-B0D5-433A-8129-9F372B152EB0}" destId="{F6CDC589-28E3-4EBE-AC38-E9570F76FE64}" srcOrd="0" destOrd="0" presId="urn:microsoft.com/office/officeart/2024/3/layout/verticalVisualTextBlock1"/>
    <dgm:cxn modelId="{CD5F0342-54D3-400D-8710-5F0D569DE6F2}" type="presParOf" srcId="{F6CDC589-28E3-4EBE-AC38-E9570F76FE64}" destId="{121638D5-03DA-4985-9332-68259CA37D0F}" srcOrd="0" destOrd="0" presId="urn:microsoft.com/office/officeart/2024/3/layout/verticalVisualTextBlock1"/>
    <dgm:cxn modelId="{D874D477-D869-45DD-9182-0910698A57F4}" type="presParOf" srcId="{F6CDC589-28E3-4EBE-AC38-E9570F76FE64}" destId="{FF12BC47-F3F6-4C19-9DEF-7CB40A79861D}" srcOrd="1" destOrd="0" presId="urn:microsoft.com/office/officeart/2024/3/layout/verticalVisualTextBlock1"/>
    <dgm:cxn modelId="{11898FCD-4A93-4DCA-A420-8C6E89449DFC}" type="presParOf" srcId="{F6CDC589-28E3-4EBE-AC38-E9570F76FE64}" destId="{D88F7BF1-F398-40C8-9E69-0E4F56FD9061}" srcOrd="2" destOrd="0" presId="urn:microsoft.com/office/officeart/2024/3/layout/verticalVisualTextBlock1"/>
    <dgm:cxn modelId="{215BC741-B1AD-45B4-85CB-3C4ADF2F8422}" type="presParOf" srcId="{4FAD1CC3-B0D5-433A-8129-9F372B152EB0}" destId="{A393FE63-9D8A-4225-AF7A-29B71F1F5233}" srcOrd="1" destOrd="0" presId="urn:microsoft.com/office/officeart/2024/3/layout/verticalVisualTextBlock1"/>
    <dgm:cxn modelId="{BB885214-B9D8-4A48-A108-5FA475DF34EF}" type="presParOf" srcId="{4FAD1CC3-B0D5-433A-8129-9F372B152EB0}" destId="{D6E7B072-B94E-4F76-B412-1B64A45483B0}" srcOrd="2" destOrd="0" presId="urn:microsoft.com/office/officeart/2024/3/layout/verticalVisualTextBlock1"/>
    <dgm:cxn modelId="{ED813282-8D37-47BA-A1A7-B2924F4DEAF9}" type="presParOf" srcId="{D6E7B072-B94E-4F76-B412-1B64A45483B0}" destId="{844C6BBD-4448-4A9D-9824-9BC4EADF4FE4}" srcOrd="0" destOrd="0" presId="urn:microsoft.com/office/officeart/2024/3/layout/verticalVisualTextBlock1"/>
    <dgm:cxn modelId="{FB649FE2-A7BA-4B38-B124-192BBD9D1C21}" type="presParOf" srcId="{D6E7B072-B94E-4F76-B412-1B64A45483B0}" destId="{3A8D17E1-B80E-4A10-AB35-3054969601E7}" srcOrd="1" destOrd="0" presId="urn:microsoft.com/office/officeart/2024/3/layout/verticalVisualTextBlock1"/>
    <dgm:cxn modelId="{42F6AD63-16AC-474B-8A4B-742A957A3844}" type="presParOf" srcId="{D6E7B072-B94E-4F76-B412-1B64A45483B0}" destId="{058D7895-3A4E-4859-AF83-D0D8718CFD12}" srcOrd="2" destOrd="0" presId="urn:microsoft.com/office/officeart/2024/3/layout/verticalVisualTextBlock1"/>
    <dgm:cxn modelId="{97F22D0A-FACE-4E85-8D32-80A1E1AC6292}" type="presParOf" srcId="{4FAD1CC3-B0D5-433A-8129-9F372B152EB0}" destId="{EBC8F0B6-5324-4489-9911-E187B2BF5449}" srcOrd="3" destOrd="0" presId="urn:microsoft.com/office/officeart/2024/3/layout/verticalVisualTextBlock1"/>
    <dgm:cxn modelId="{31C73A7B-37A1-4FB9-8E7B-DB7AD4126BE7}" type="presParOf" srcId="{4FAD1CC3-B0D5-433A-8129-9F372B152EB0}" destId="{16FEC422-AA91-4AD3-8D7D-0AB483995BAE}" srcOrd="4" destOrd="0" presId="urn:microsoft.com/office/officeart/2024/3/layout/verticalVisualTextBlock1"/>
    <dgm:cxn modelId="{F1605224-817F-4A9E-A1BB-0AF9D39C58CA}" type="presParOf" srcId="{16FEC422-AA91-4AD3-8D7D-0AB483995BAE}" destId="{F2C46890-49E9-41F1-8267-DF4C14AF2353}" srcOrd="0" destOrd="0" presId="urn:microsoft.com/office/officeart/2024/3/layout/verticalVisualTextBlock1"/>
    <dgm:cxn modelId="{A1DEC1BF-1784-48C1-A870-20F256244028}" type="presParOf" srcId="{16FEC422-AA91-4AD3-8D7D-0AB483995BAE}" destId="{FEFC75E6-13A7-4D49-AEE9-1CB2F701E638}" srcOrd="1" destOrd="0" presId="urn:microsoft.com/office/officeart/2024/3/layout/verticalVisualTextBlock1"/>
    <dgm:cxn modelId="{2A0D480D-6078-4D38-9040-81B0B2A602BC}" type="presParOf" srcId="{16FEC422-AA91-4AD3-8D7D-0AB483995BAE}" destId="{8DA74F1F-21B7-475B-9AAE-CCE82380CFC8}" srcOrd="2" destOrd="0" presId="urn:microsoft.com/office/officeart/2024/3/layout/verticalVisualTextBlock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1638D5-03DA-4985-9332-68259CA37D0F}">
      <dsp:nvSpPr>
        <dsp:cNvPr id="0" name=""/>
        <dsp:cNvSpPr/>
      </dsp:nvSpPr>
      <dsp:spPr>
        <a:xfrm>
          <a:off x="0" y="0"/>
          <a:ext cx="1610980" cy="1610980"/>
        </a:xfrm>
        <a:prstGeom prst="rect">
          <a:avLst/>
        </a:prstGeom>
        <a:blipFill rotWithShape="1">
          <a:blip xmlns:r="http://schemas.openxmlformats.org/officeDocument/2006/relationships" r:embed="rId1"/>
          <a:srcRect/>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FF12BC47-F3F6-4C19-9DEF-7CB40A79861D}">
      <dsp:nvSpPr>
        <dsp:cNvPr id="0" name=""/>
        <dsp:cNvSpPr/>
      </dsp:nvSpPr>
      <dsp:spPr>
        <a:xfrm>
          <a:off x="1790980" y="0"/>
          <a:ext cx="5800878" cy="3635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s-MX" sz="1800" kern="1200"/>
            <a:t>Representación de datos</a:t>
          </a:r>
        </a:p>
      </dsp:txBody>
      <dsp:txXfrm>
        <a:off x="1790980" y="0"/>
        <a:ext cx="5800878" cy="363528"/>
      </dsp:txXfrm>
    </dsp:sp>
    <dsp:sp modelId="{D88F7BF1-F398-40C8-9E69-0E4F56FD9061}">
      <dsp:nvSpPr>
        <dsp:cNvPr id="0" name=""/>
        <dsp:cNvSpPr/>
      </dsp:nvSpPr>
      <dsp:spPr>
        <a:xfrm>
          <a:off x="1790980" y="363528"/>
          <a:ext cx="5800878" cy="12474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s-MX" sz="1400" kern="1200"/>
            <a:t>Los modelos de vectores usan magnitudes y direcciones para representar datos en espacios multidimensionales.</a:t>
          </a:r>
        </a:p>
      </dsp:txBody>
      <dsp:txXfrm>
        <a:off x="1790980" y="363528"/>
        <a:ext cx="5800878" cy="1247452"/>
      </dsp:txXfrm>
    </dsp:sp>
    <dsp:sp modelId="{844C6BBD-4448-4A9D-9824-9BC4EADF4FE4}">
      <dsp:nvSpPr>
        <dsp:cNvPr id="0" name=""/>
        <dsp:cNvSpPr/>
      </dsp:nvSpPr>
      <dsp:spPr>
        <a:xfrm>
          <a:off x="0" y="1739859"/>
          <a:ext cx="1610980" cy="1610980"/>
        </a:xfrm>
        <a:prstGeom prst="rect">
          <a:avLst/>
        </a:prstGeom>
        <a:blipFill rotWithShape="1">
          <a:blip xmlns:r="http://schemas.openxmlformats.org/officeDocument/2006/relationships" r:embed="rId2"/>
          <a:srcRect/>
          <a:stretch>
            <a:fillRect l="-21000" r="-21000"/>
          </a:stretch>
        </a:blipFill>
        <a:ln>
          <a:noFill/>
        </a:ln>
        <a:effectLst/>
      </dsp:spPr>
      <dsp:style>
        <a:lnRef idx="0">
          <a:scrgbClr r="0" g="0" b="0"/>
        </a:lnRef>
        <a:fillRef idx="3">
          <a:scrgbClr r="0" g="0" b="0"/>
        </a:fillRef>
        <a:effectRef idx="2">
          <a:scrgbClr r="0" g="0" b="0"/>
        </a:effectRef>
        <a:fontRef idx="minor">
          <a:schemeClr val="lt1"/>
        </a:fontRef>
      </dsp:style>
    </dsp:sp>
    <dsp:sp modelId="{3A8D17E1-B80E-4A10-AB35-3054969601E7}">
      <dsp:nvSpPr>
        <dsp:cNvPr id="0" name=""/>
        <dsp:cNvSpPr/>
      </dsp:nvSpPr>
      <dsp:spPr>
        <a:xfrm>
          <a:off x="1790980" y="1739859"/>
          <a:ext cx="5800878" cy="3635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s-MX" sz="1800" kern="1200"/>
            <a:t>Captura de relaciones complejas</a:t>
          </a:r>
        </a:p>
      </dsp:txBody>
      <dsp:txXfrm>
        <a:off x="1790980" y="1739859"/>
        <a:ext cx="5800878" cy="363528"/>
      </dsp:txXfrm>
    </dsp:sp>
    <dsp:sp modelId="{058D7895-3A4E-4859-AF83-D0D8718CFD12}">
      <dsp:nvSpPr>
        <dsp:cNvPr id="0" name=""/>
        <dsp:cNvSpPr/>
      </dsp:nvSpPr>
      <dsp:spPr>
        <a:xfrm>
          <a:off x="1790980" y="2103387"/>
          <a:ext cx="5800878" cy="12474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s-MX" sz="1400" kern="1200"/>
            <a:t>Permiten captar relaciones complejas entre datos usando la dirección y magnitud de los vectores.</a:t>
          </a:r>
        </a:p>
      </dsp:txBody>
      <dsp:txXfrm>
        <a:off x="1790980" y="2103387"/>
        <a:ext cx="5800878" cy="1247452"/>
      </dsp:txXfrm>
    </dsp:sp>
    <dsp:sp modelId="{F2C46890-49E9-41F1-8267-DF4C14AF2353}">
      <dsp:nvSpPr>
        <dsp:cNvPr id="0" name=""/>
        <dsp:cNvSpPr/>
      </dsp:nvSpPr>
      <dsp:spPr>
        <a:xfrm>
          <a:off x="0" y="3479960"/>
          <a:ext cx="1610980" cy="1610980"/>
        </a:xfrm>
        <a:prstGeom prst="rect">
          <a:avLst/>
        </a:prstGeom>
        <a:blipFill rotWithShape="1">
          <a:blip xmlns:r="http://schemas.openxmlformats.org/officeDocument/2006/relationships" r:embed="rId3"/>
          <a:srcRect/>
          <a:stretch>
            <a:fillRect l="-25000" r="-25000"/>
          </a:stretch>
        </a:blipFill>
        <a:ln>
          <a:noFill/>
        </a:ln>
        <a:effectLst/>
      </dsp:spPr>
      <dsp:style>
        <a:lnRef idx="0">
          <a:scrgbClr r="0" g="0" b="0"/>
        </a:lnRef>
        <a:fillRef idx="3">
          <a:scrgbClr r="0" g="0" b="0"/>
        </a:fillRef>
        <a:effectRef idx="2">
          <a:scrgbClr r="0" g="0" b="0"/>
        </a:effectRef>
        <a:fontRef idx="minor">
          <a:schemeClr val="lt1"/>
        </a:fontRef>
      </dsp:style>
    </dsp:sp>
    <dsp:sp modelId="{FEFC75E6-13A7-4D49-AEE9-1CB2F701E638}">
      <dsp:nvSpPr>
        <dsp:cNvPr id="0" name=""/>
        <dsp:cNvSpPr/>
      </dsp:nvSpPr>
      <dsp:spPr>
        <a:xfrm>
          <a:off x="1790980" y="3479718"/>
          <a:ext cx="5800878" cy="3635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s-MX" sz="1800" kern="1200"/>
            <a:t>Operaciones matemáticas precisas</a:t>
          </a:r>
        </a:p>
      </dsp:txBody>
      <dsp:txXfrm>
        <a:off x="1790980" y="3479718"/>
        <a:ext cx="5800878" cy="363528"/>
      </dsp:txXfrm>
    </dsp:sp>
    <dsp:sp modelId="{8DA74F1F-21B7-475B-9AAE-CCE82380CFC8}">
      <dsp:nvSpPr>
        <dsp:cNvPr id="0" name=""/>
        <dsp:cNvSpPr/>
      </dsp:nvSpPr>
      <dsp:spPr>
        <a:xfrm>
          <a:off x="1790980" y="3843246"/>
          <a:ext cx="5800878" cy="12474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s-MX" sz="1400" kern="1200"/>
            <a:t>Facilitan operaciones matemáticas exactas para análisis y procesamiento de datos.</a:t>
          </a:r>
        </a:p>
      </dsp:txBody>
      <dsp:txXfrm>
        <a:off x="1790980" y="3843246"/>
        <a:ext cx="5800878" cy="1247452"/>
      </dsp:txXfrm>
    </dsp:sp>
  </dsp:spTree>
</dsp:drawing>
</file>

<file path=ppt/diagrams/layout1.xml><?xml version="1.0" encoding="utf-8"?>
<dgm:layoutDef xmlns:dgm="http://schemas.openxmlformats.org/drawingml/2006/diagram" xmlns:a="http://schemas.openxmlformats.org/drawingml/2006/main" uniqueId="urn:microsoft.com/office/officeart/2024/3/layout/verticalVisualTextBlock1">
  <dgm:title val="Vertical Visual Text Blocks"/>
  <dgm:desc val="Pictures with short bits of text with formatted headers. Use as an easier-to-read alternative to a bulleted list."/>
  <dgm:catLst>
    <dgm:cat type="picture" pri="1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Root">
    <dgm:varLst>
      <dgm:dir/>
      <dgm:resizeHandles val="exact"/>
    </dgm:varLst>
    <dgm:choose name="BasedOnLanguageDirection">
      <dgm:if name="LeftToRight" func="var" arg="dir" op="equ" val="norm">
        <dgm:alg type="lin">
          <dgm:param type="linDir" val="fromT"/>
          <dgm:param type="vertAlign" val="t"/>
          <dgm:param type="horzAlign" val="l"/>
        </dgm:alg>
      </dgm:if>
      <dgm:else name="RightToLeft">
        <dgm:alg type="lin">
          <dgm:param type="linDir" val="fromT"/>
          <dgm:param type="vertAlign" val="t"/>
          <dgm:param type="horzAlign" val="r"/>
        </dgm:alg>
      </dgm:else>
    </dgm:choose>
    <dgm:presOf/>
    <dgm:constrLst>
      <dgm:constr type="primFontSz" for="des" forName="Subtitle" op="equ" val="18"/>
      <dgm:constr type="primFontSz" for="des" forName="Description" refType="primFontSz" refFor="des" refForName="Subtitle" op="equ" fact="0.77"/>
      <dgm:constr type="w" for="ch" forName="Composite" refType="w"/>
      <dgm:constr type="h" for="ch" forName="Composite" refType="h"/>
      <dgm:constr type="h" for="ch" forName="sibTrans" refType="h" refFor="ch" refForName="Composite" fact="0.08"/>
      <dgm:constr type="sp" refType="w" refFor="ch" refForName="Composite" op="equ" fact="0.1"/>
    </dgm:constrLst>
    <dgm:ruleLst/>
    <dgm:forEach name="DirectChildrenOfRoot" axis="ch" ptType="node">
      <dgm:layoutNode name="Composite">
        <dgm:alg type="composite"/>
        <dgm:shape xmlns:r="http://schemas.openxmlformats.org/officeDocument/2006/relationships" r:blip="">
          <dgm:adjLst/>
        </dgm:shape>
        <dgm:presOf/>
        <dgm:constrLst>
          <dgm:constr type="w" for="ch" forName="Picture" refType="w" fact="0.335"/>
          <dgm:constr type="h" for="ch" forName="Picture" refType="w" refFor="ch" refForName="Picture" op="equ"/>
          <dgm:constr type="h" for="ch" forName="Picture" refType="h" op="lte"/>
          <dgm:constr type="l" for="ch" forName="Subtitle" refType="r" refFor="ch" refForName="Picture"/>
          <dgm:constr type="lOff" for="ch" forName="Subtitle" val="5"/>
          <dgm:constr type="h" for="ch" forName="Subtitle" refType="h" fact="0.1"/>
          <dgm:constr type="t" for="ch" forName="Description" refType="b" refFor="ch" refForName="Subtitle"/>
          <dgm:constr type="l" for="ch" forName="Description" refType="r" refFor="ch" refForName="Picture"/>
          <dgm:constr type="lOff" for="ch" forName="Description" val="5"/>
        </dgm:constrLst>
        <dgm:ruleLst/>
        <dgm:layoutNode name="Picture" styleLbl="node1">
          <dgm:alg type="sp"/>
          <dgm:shape xmlns:r="http://schemas.openxmlformats.org/officeDocument/2006/relationships" type="rect" r:blip="" blipPhldr="1">
            <dgm:adjLst/>
          </dgm:shape>
          <dgm:presOf/>
          <dgm:constrLst/>
          <dgm:ruleLst/>
        </dgm:layoutNode>
        <dgm:layoutNode name="Subtitle"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SubtitleConstraintsBasedOnLanguageDirection">
            <dgm:if name="SubtitleIsLeftToRight" func="var" arg="dir" op="equ" val="norm">
              <dgm:constrLst>
                <dgm:constr type="h" refType="w" op="lte" fact="0.4"/>
                <dgm:constr type="lMarg"/>
                <dgm:constr type="rMarg" refType="primFontSz" fact="0.1"/>
                <dgm:constr type="tMarg" refType="primFontSz" fact="0.1"/>
                <dgm:constr type="bMarg" refType="primFontSz" fact="0.1"/>
              </dgm:constrLst>
            </dgm:if>
            <dgm:else name="SubtitleIsRightToLeft">
              <dgm:constrLst>
                <dgm:constr type="h" refType="w" op="lte" fact="0.4"/>
                <dgm:constr type="rMarg"/>
                <dgm:constr type="lMarg" refType="primFontSz" fact="0.1"/>
                <dgm:constr type="tMarg" refType="primFontSz" fact="0.1"/>
                <dgm:constr type="bMarg" refType="primFontSz" fact="0.1"/>
              </dgm:constrLst>
            </dgm:else>
          </dgm:choose>
          <dgm:ruleLst>
            <dgm:rule type="h" val="INF" fact="NaN" max="NaN"/>
            <dgm:rule type="primFontSz" val="5" fact="NaN" max="NaN"/>
          </dgm:ruleLst>
        </dgm:layoutNode>
        <dgm:layoutNode name="Description"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DescriptionConstraintsBasedOnLanguageDirection">
            <dgm:if name="DescriptionIsLeftToRight" func="var" arg="dir" op="equ" val="norm">
              <dgm:constrLst>
                <dgm:constr type="lMarg"/>
                <dgm:constr type="rMarg" refType="primFontSz" fact="0.1"/>
                <dgm:constr type="tMarg" refType="primFontSz" fact="0.1"/>
                <dgm:constr type="bMarg" refType="primFontSz" fact="0.1"/>
              </dgm:constrLst>
            </dgm:if>
            <dgm:else name="DescriptionIsRightToLeft">
              <dgm:constrLst>
                <dgm:constr type="lMarg" refType="primFontSz" fact="0.1"/>
                <dgm:constr type="rMarg"/>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498EDD5-FE79-AB12-78EE-78DEB796573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a:extLst>
              <a:ext uri="{FF2B5EF4-FFF2-40B4-BE49-F238E27FC236}">
                <a16:creationId xmlns:a16="http://schemas.microsoft.com/office/drawing/2014/main" id="{6D60C9FD-4E89-4AAD-4A3C-4EB5E1F82EF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B505267-8F40-4A5B-806C-35C64449E8D6}" type="datetime1">
              <a:rPr lang="es-MX" smtClean="0"/>
              <a:t>20/08/2025</a:t>
            </a:fld>
            <a:endParaRPr lang="es-MX"/>
          </a:p>
        </p:txBody>
      </p:sp>
      <p:sp>
        <p:nvSpPr>
          <p:cNvPr id="4" name="Marcador de pie de página 3">
            <a:extLst>
              <a:ext uri="{FF2B5EF4-FFF2-40B4-BE49-F238E27FC236}">
                <a16:creationId xmlns:a16="http://schemas.microsoft.com/office/drawing/2014/main" id="{DB577129-A00B-142A-A3F4-104414C3FF6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5" name="Marcador de número de diapositiva 4">
            <a:extLst>
              <a:ext uri="{FF2B5EF4-FFF2-40B4-BE49-F238E27FC236}">
                <a16:creationId xmlns:a16="http://schemas.microsoft.com/office/drawing/2014/main" id="{A03CE480-0BE2-250B-D0A9-7BA83B8D066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AC70089-E3C6-4314-ABDC-51A584038541}" type="slidenum">
              <a:rPr lang="es-MX" smtClean="0"/>
              <a:t>‹Nº›</a:t>
            </a:fld>
            <a:endParaRPr lang="es-MX"/>
          </a:p>
        </p:txBody>
      </p:sp>
    </p:spTree>
    <p:extLst>
      <p:ext uri="{BB962C8B-B14F-4D97-AF65-F5344CB8AC3E}">
        <p14:creationId xmlns:p14="http://schemas.microsoft.com/office/powerpoint/2010/main" val="394573687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s-MX" noProof="0"/>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A1C2A63E-AC03-4FF8-BE60-543974565F08}" type="datetime1">
              <a:rPr lang="es-MX" noProof="0" smtClean="0"/>
              <a:t>20/08/2025</a:t>
            </a:fld>
            <a:endParaRPr lang="es-MX" noProof="0"/>
          </a:p>
        </p:txBody>
      </p:sp>
      <p:sp>
        <p:nvSpPr>
          <p:cNvPr id="4" name="Marcador de posición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s-MX" noProof="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s-MX" noProof="0"/>
              <a:t>Haga clic para modificar los estilos de texto del patrón</a:t>
            </a:r>
          </a:p>
          <a:p>
            <a:pPr lvl="1" rtl="0"/>
            <a:r>
              <a:rPr lang="es-MX" noProof="0"/>
              <a:t>Segundo nivel</a:t>
            </a:r>
          </a:p>
          <a:p>
            <a:pPr lvl="2" rtl="0"/>
            <a:r>
              <a:rPr lang="es-MX" noProof="0"/>
              <a:t>Tercer nivel</a:t>
            </a:r>
          </a:p>
          <a:p>
            <a:pPr lvl="3" rtl="0"/>
            <a:r>
              <a:rPr lang="es-MX" noProof="0"/>
              <a:t>Cuarto nivel</a:t>
            </a:r>
          </a:p>
          <a:p>
            <a:pPr lvl="4" rtl="0"/>
            <a:r>
              <a:rPr lang="es-MX" noProof="0"/>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s-MX" noProof="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C0C2C40-CB1C-4820-9151-EC51EC2E7E0F}" type="slidenum">
              <a:rPr lang="es-MX" noProof="0" smtClean="0"/>
              <a:t>‹Nº›</a:t>
            </a:fld>
            <a:endParaRPr lang="es-MX" noProof="0"/>
          </a:p>
        </p:txBody>
      </p:sp>
    </p:spTree>
    <p:extLst>
      <p:ext uri="{BB962C8B-B14F-4D97-AF65-F5344CB8AC3E}">
        <p14:creationId xmlns:p14="http://schemas.microsoft.com/office/powerpoint/2010/main" val="9310589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El contenido generado por IA puede ser incorrecto.
---
Esta presentación aborda los diferentes tipos de modelos vectoriales, sus fundamentos matemáticos y sus aplicaciones en múltiples disciplinas. Profundizaremos en modelos euclidianos, variantes y su uso en análisis de datos, reconocimiento de patrones, recuperación de información y sistemas recomendadores.
</a:t>
            </a:r>
          </a:p>
        </p:txBody>
      </p:sp>
      <p:sp>
        <p:nvSpPr>
          <p:cNvPr id="4" name="Marcador de número de diapositiva 3"/>
          <p:cNvSpPr>
            <a:spLocks noGrp="1"/>
          </p:cNvSpPr>
          <p:nvPr>
            <p:ph type="sldNum" sz="quarter" idx="5"/>
          </p:nvPr>
        </p:nvSpPr>
        <p:spPr/>
        <p:txBody>
          <a:bodyPr/>
          <a:lstStyle/>
          <a:p>
            <a:pPr rtl="0"/>
            <a:fld id="{BC0C2C40-CB1C-4820-9151-EC51EC2E7E0F}" type="slidenum">
              <a:rPr lang="es-MX" noProof="0" smtClean="0"/>
              <a:t>1</a:t>
            </a:fld>
            <a:endParaRPr lang="es-MX" noProof="0"/>
          </a:p>
        </p:txBody>
      </p:sp>
    </p:spTree>
    <p:extLst>
      <p:ext uri="{BB962C8B-B14F-4D97-AF65-F5344CB8AC3E}">
        <p14:creationId xmlns:p14="http://schemas.microsoft.com/office/powerpoint/2010/main" val="32902039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Los modelos vectoriales representan entidades mediante vectores en espacios matemáticos. Estos modelos permiten cuantificar relaciones, medir similitudes y diferencias, facilitando el análisis estructurado y la manipulación de datos en diversas áreas.
Origen de imagen: biblioteca de contenido de Microsoft 365
</a:t>
            </a:r>
          </a:p>
        </p:txBody>
      </p:sp>
      <p:sp>
        <p:nvSpPr>
          <p:cNvPr id="4" name="Marcador de número de diapositiva 3"/>
          <p:cNvSpPr>
            <a:spLocks noGrp="1"/>
          </p:cNvSpPr>
          <p:nvPr>
            <p:ph type="sldNum" sz="quarter" idx="5"/>
          </p:nvPr>
        </p:nvSpPr>
        <p:spPr/>
        <p:txBody>
          <a:bodyPr/>
          <a:lstStyle/>
          <a:p>
            <a:pPr rtl="0"/>
            <a:fld id="{BC0C2C40-CB1C-4820-9151-EC51EC2E7E0F}" type="slidenum">
              <a:rPr lang="es-MX" noProof="0" smtClean="0"/>
              <a:t>2</a:t>
            </a:fld>
            <a:endParaRPr lang="es-MX" noProof="0"/>
          </a:p>
        </p:txBody>
      </p:sp>
    </p:spTree>
    <p:extLst>
      <p:ext uri="{BB962C8B-B14F-4D97-AF65-F5344CB8AC3E}">
        <p14:creationId xmlns:p14="http://schemas.microsoft.com/office/powerpoint/2010/main" val="171127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El VSM representa documentos y consultas como vectores en un espacio multidimensional para facilitar la recuperación de información y comparación mediante similitudes.
Origen de imagen: biblioteca de contenido de Microsoft 365
</a:t>
            </a:r>
          </a:p>
        </p:txBody>
      </p:sp>
      <p:sp>
        <p:nvSpPr>
          <p:cNvPr id="4" name="Marcador de número de diapositiva 3"/>
          <p:cNvSpPr>
            <a:spLocks noGrp="1"/>
          </p:cNvSpPr>
          <p:nvPr>
            <p:ph type="sldNum" sz="quarter" idx="5"/>
          </p:nvPr>
        </p:nvSpPr>
        <p:spPr/>
        <p:txBody>
          <a:bodyPr/>
          <a:lstStyle/>
          <a:p>
            <a:fld id="{3FEF9FC7-8471-413F-9A04-2EE73D8CA246}" type="slidenum">
              <a:rPr lang="es-MX" smtClean="0"/>
              <a:t>3</a:t>
            </a:fld>
            <a:endParaRPr lang="es-MX"/>
          </a:p>
        </p:txBody>
      </p:sp>
    </p:spTree>
    <p:extLst>
      <p:ext uri="{BB962C8B-B14F-4D97-AF65-F5344CB8AC3E}">
        <p14:creationId xmlns:p14="http://schemas.microsoft.com/office/powerpoint/2010/main" val="22515643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Los modelos de vectores son fundamentales en áreas como la física, la informática y la ingeniería, donde permiten modelar fenómenos complejos, procesar grandes volúmenes de datos y mejorar algoritmos de inteligencia artificial.
Origen de imagen: biblioteca de contenido de Microsoft 365
</a:t>
            </a:r>
          </a:p>
        </p:txBody>
      </p:sp>
      <p:sp>
        <p:nvSpPr>
          <p:cNvPr id="4" name="Marcador de número de diapositiva 3"/>
          <p:cNvSpPr>
            <a:spLocks noGrp="1"/>
          </p:cNvSpPr>
          <p:nvPr>
            <p:ph type="sldNum" sz="quarter" idx="5"/>
          </p:nvPr>
        </p:nvSpPr>
        <p:spPr/>
        <p:txBody>
          <a:bodyPr/>
          <a:lstStyle/>
          <a:p>
            <a:fld id="{3FEF9FC7-8471-413F-9A04-2EE73D8CA246}" type="slidenum">
              <a:rPr lang="es-MX" smtClean="0"/>
              <a:t>4</a:t>
            </a:fld>
            <a:endParaRPr lang="es-MX"/>
          </a:p>
        </p:txBody>
      </p:sp>
    </p:spTree>
    <p:extLst>
      <p:ext uri="{BB962C8B-B14F-4D97-AF65-F5344CB8AC3E}">
        <p14:creationId xmlns:p14="http://schemas.microsoft.com/office/powerpoint/2010/main" val="18749190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Los modelos de vectores representan datos o conceptos mediante magnitudes y direcciones en un espacio multidimensional. Esto permite captar relaciones complejas y realizar operaciones matemáticas precisas.
Origen de imagen: biblioteca de contenido de Microsoft 365
</a:t>
            </a:r>
          </a:p>
        </p:txBody>
      </p:sp>
      <p:sp>
        <p:nvSpPr>
          <p:cNvPr id="4" name="Marcador de número de diapositiva 3"/>
          <p:cNvSpPr>
            <a:spLocks noGrp="1"/>
          </p:cNvSpPr>
          <p:nvPr>
            <p:ph type="sldNum" sz="quarter" idx="5"/>
          </p:nvPr>
        </p:nvSpPr>
        <p:spPr/>
        <p:txBody>
          <a:bodyPr/>
          <a:lstStyle/>
          <a:p>
            <a:fld id="{3FEF9FC7-8471-413F-9A04-2EE73D8CA246}" type="slidenum">
              <a:rPr lang="es-MX" smtClean="0"/>
              <a:t>5</a:t>
            </a:fld>
            <a:endParaRPr lang="es-MX"/>
          </a:p>
        </p:txBody>
      </p:sp>
    </p:spTree>
    <p:extLst>
      <p:ext uri="{BB962C8B-B14F-4D97-AF65-F5344CB8AC3E}">
        <p14:creationId xmlns:p14="http://schemas.microsoft.com/office/powerpoint/2010/main" val="4113680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En matemáticas, los modelos vectoriales son esenciales para el álgebra lineal y geometría analítica. En ciencias aplicadas, se utilizan para modelar fenómenos, procesar señales e implementar algoritmos en inteligencia artificial y análisis computacional.
Origen de imagen: biblioteca de contenido de Microsoft 365
</a:t>
            </a:r>
          </a:p>
        </p:txBody>
      </p:sp>
      <p:sp>
        <p:nvSpPr>
          <p:cNvPr id="4" name="Marcador de número de diapositiva 3"/>
          <p:cNvSpPr>
            <a:spLocks noGrp="1"/>
          </p:cNvSpPr>
          <p:nvPr>
            <p:ph type="sldNum" sz="quarter" idx="5"/>
          </p:nvPr>
        </p:nvSpPr>
        <p:spPr/>
        <p:txBody>
          <a:bodyPr/>
          <a:lstStyle/>
          <a:p>
            <a:pPr rtl="0"/>
            <a:fld id="{BC0C2C40-CB1C-4820-9151-EC51EC2E7E0F}" type="slidenum">
              <a:rPr lang="es-MX" noProof="0" smtClean="0"/>
              <a:t>6</a:t>
            </a:fld>
            <a:endParaRPr lang="es-MX" noProof="0"/>
          </a:p>
        </p:txBody>
      </p:sp>
    </p:spTree>
    <p:extLst>
      <p:ext uri="{BB962C8B-B14F-4D97-AF65-F5344CB8AC3E}">
        <p14:creationId xmlns:p14="http://schemas.microsoft.com/office/powerpoint/2010/main" val="2113070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En física, los vectores son esenciales para describir fuerzas, velocidades y otras magnitudes que tienen dirección y sentido, facilitando el análisis y la predicción de comportamientos físicos.
Origen de imagen: biblioteca de contenido de Microsoft 365
</a:t>
            </a:r>
          </a:p>
        </p:txBody>
      </p:sp>
      <p:sp>
        <p:nvSpPr>
          <p:cNvPr id="4" name="Marcador de número de diapositiva 3"/>
          <p:cNvSpPr>
            <a:spLocks noGrp="1"/>
          </p:cNvSpPr>
          <p:nvPr>
            <p:ph type="sldNum" sz="quarter" idx="5"/>
          </p:nvPr>
        </p:nvSpPr>
        <p:spPr/>
        <p:txBody>
          <a:bodyPr/>
          <a:lstStyle/>
          <a:p>
            <a:fld id="{3FEF9FC7-8471-413F-9A04-2EE73D8CA246}" type="slidenum">
              <a:rPr lang="es-MX" smtClean="0"/>
              <a:t>7</a:t>
            </a:fld>
            <a:endParaRPr lang="es-MX"/>
          </a:p>
        </p:txBody>
      </p:sp>
    </p:spTree>
    <p:extLst>
      <p:ext uri="{BB962C8B-B14F-4D97-AF65-F5344CB8AC3E}">
        <p14:creationId xmlns:p14="http://schemas.microsoft.com/office/powerpoint/2010/main" val="10291286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El espacio euclidiano es un espacio vectorial con una métrica basada en la distancia euclidiana. Permite representar puntos y objetos con coordenadas y medir distancias lineales, formando la base para muchas aplicaciones geométricas y analíticas.
Origen de imagen: biblioteca de contenido de Microsoft 365
</a:t>
            </a:r>
          </a:p>
        </p:txBody>
      </p:sp>
      <p:sp>
        <p:nvSpPr>
          <p:cNvPr id="4" name="Marcador de número de diapositiva 3"/>
          <p:cNvSpPr>
            <a:spLocks noGrp="1"/>
          </p:cNvSpPr>
          <p:nvPr>
            <p:ph type="sldNum" sz="quarter" idx="5"/>
          </p:nvPr>
        </p:nvSpPr>
        <p:spPr/>
        <p:txBody>
          <a:bodyPr/>
          <a:lstStyle/>
          <a:p>
            <a:pPr rtl="0"/>
            <a:fld id="{BC0C2C40-CB1C-4820-9151-EC51EC2E7E0F}" type="slidenum">
              <a:rPr lang="es-MX" noProof="0" smtClean="0"/>
              <a:t>8</a:t>
            </a:fld>
            <a:endParaRPr lang="es-MX" noProof="0"/>
          </a:p>
        </p:txBody>
      </p:sp>
    </p:spTree>
    <p:extLst>
      <p:ext uri="{BB962C8B-B14F-4D97-AF65-F5344CB8AC3E}">
        <p14:creationId xmlns:p14="http://schemas.microsoft.com/office/powerpoint/2010/main" val="5796735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La distancia euclidiana se calcula mediante la raíz cuadrada de la suma de las diferencias al cuadrado entre las coordenadas correspondientes de dos vectores. Es una medida intuitiva de proximidad en espacios multidimensionales.
Origen de imagen: biblioteca de contenido de Microsoft 365
</a:t>
            </a:r>
          </a:p>
        </p:txBody>
      </p:sp>
      <p:sp>
        <p:nvSpPr>
          <p:cNvPr id="4" name="Marcador de número de diapositiva 3"/>
          <p:cNvSpPr>
            <a:spLocks noGrp="1"/>
          </p:cNvSpPr>
          <p:nvPr>
            <p:ph type="sldNum" sz="quarter" idx="5"/>
          </p:nvPr>
        </p:nvSpPr>
        <p:spPr/>
        <p:txBody>
          <a:bodyPr/>
          <a:lstStyle/>
          <a:p>
            <a:pPr rtl="0"/>
            <a:fld id="{BC0C2C40-CB1C-4820-9151-EC51EC2E7E0F}" type="slidenum">
              <a:rPr lang="es-MX" noProof="0" smtClean="0"/>
              <a:t>9</a:t>
            </a:fld>
            <a:endParaRPr lang="es-MX" noProof="0"/>
          </a:p>
        </p:txBody>
      </p:sp>
    </p:spTree>
    <p:extLst>
      <p:ext uri="{BB962C8B-B14F-4D97-AF65-F5344CB8AC3E}">
        <p14:creationId xmlns:p14="http://schemas.microsoft.com/office/powerpoint/2010/main" val="42434067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Este modelo se usa para resolver problemas geométricos clásicos y modernos, así como para analizar datos en clustering, clasificación y visualización, facilitando la interpretación y segmentación de información compleja.
Origen de imagen: biblioteca de contenido de Microsoft 365
</a:t>
            </a:r>
          </a:p>
        </p:txBody>
      </p:sp>
      <p:sp>
        <p:nvSpPr>
          <p:cNvPr id="4" name="Marcador de número de diapositiva 3"/>
          <p:cNvSpPr>
            <a:spLocks noGrp="1"/>
          </p:cNvSpPr>
          <p:nvPr>
            <p:ph type="sldNum" sz="quarter" idx="5"/>
          </p:nvPr>
        </p:nvSpPr>
        <p:spPr/>
        <p:txBody>
          <a:bodyPr/>
          <a:lstStyle/>
          <a:p>
            <a:pPr rtl="0"/>
            <a:fld id="{BC0C2C40-CB1C-4820-9151-EC51EC2E7E0F}" type="slidenum">
              <a:rPr lang="es-MX" noProof="0" smtClean="0"/>
              <a:t>10</a:t>
            </a:fld>
            <a:endParaRPr lang="es-MX" noProof="0"/>
          </a:p>
        </p:txBody>
      </p:sp>
    </p:spTree>
    <p:extLst>
      <p:ext uri="{BB962C8B-B14F-4D97-AF65-F5344CB8AC3E}">
        <p14:creationId xmlns:p14="http://schemas.microsoft.com/office/powerpoint/2010/main" val="30354981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La distancia de Manhattan mide la distancia entre dos puntos sumando las diferencias absolutas de sus coordenadas. Es útil en entornos urbanos y problemas donde el movimiento es restringido a rutas ortogonales.
Origen de imagen: biblioteca de contenido de Microsoft 365
</a:t>
            </a:r>
          </a:p>
        </p:txBody>
      </p:sp>
      <p:sp>
        <p:nvSpPr>
          <p:cNvPr id="4" name="Marcador de número de diapositiva 3"/>
          <p:cNvSpPr>
            <a:spLocks noGrp="1"/>
          </p:cNvSpPr>
          <p:nvPr>
            <p:ph type="sldNum" sz="quarter" idx="5"/>
          </p:nvPr>
        </p:nvSpPr>
        <p:spPr/>
        <p:txBody>
          <a:bodyPr/>
          <a:lstStyle/>
          <a:p>
            <a:pPr rtl="0"/>
            <a:fld id="{BC0C2C40-CB1C-4820-9151-EC51EC2E7E0F}" type="slidenum">
              <a:rPr lang="es-MX" noProof="0" smtClean="0"/>
              <a:t>11</a:t>
            </a:fld>
            <a:endParaRPr lang="es-MX" noProof="0"/>
          </a:p>
        </p:txBody>
      </p:sp>
    </p:spTree>
    <p:extLst>
      <p:ext uri="{BB962C8B-B14F-4D97-AF65-F5344CB8AC3E}">
        <p14:creationId xmlns:p14="http://schemas.microsoft.com/office/powerpoint/2010/main" val="20245965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La distancia de Minkowski generaliza las distancias euclidiana y de Manhattan mediante un parámetro p, permitiendo ajustar la métrica según las necesidades específicas del problema a resolver.
Origen de imagen: biblioteca de contenido de Microsoft 365
</a:t>
            </a:r>
          </a:p>
        </p:txBody>
      </p:sp>
      <p:sp>
        <p:nvSpPr>
          <p:cNvPr id="4" name="Marcador de número de diapositiva 3"/>
          <p:cNvSpPr>
            <a:spLocks noGrp="1"/>
          </p:cNvSpPr>
          <p:nvPr>
            <p:ph type="sldNum" sz="quarter" idx="5"/>
          </p:nvPr>
        </p:nvSpPr>
        <p:spPr/>
        <p:txBody>
          <a:bodyPr/>
          <a:lstStyle/>
          <a:p>
            <a:pPr rtl="0"/>
            <a:fld id="{BC0C2C40-CB1C-4820-9151-EC51EC2E7E0F}" type="slidenum">
              <a:rPr lang="es-MX" noProof="0" smtClean="0"/>
              <a:t>12</a:t>
            </a:fld>
            <a:endParaRPr lang="es-MX" noProof="0"/>
          </a:p>
        </p:txBody>
      </p:sp>
    </p:spTree>
    <p:extLst>
      <p:ext uri="{BB962C8B-B14F-4D97-AF65-F5344CB8AC3E}">
        <p14:creationId xmlns:p14="http://schemas.microsoft.com/office/powerpoint/2010/main" val="1655493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Los modelos ponderados asignan diferentes pesos a las dimensiones de los vectores para reflejar la importancia relativa de cada característica, mejorando la precisión y relevancia en aplicaciones como búsqueda y análisis.
Origen de imagen: biblioteca de contenido de Microsoft 365
</a:t>
            </a:r>
          </a:p>
        </p:txBody>
      </p:sp>
      <p:sp>
        <p:nvSpPr>
          <p:cNvPr id="4" name="Marcador de número de diapositiva 3"/>
          <p:cNvSpPr>
            <a:spLocks noGrp="1"/>
          </p:cNvSpPr>
          <p:nvPr>
            <p:ph type="sldNum" sz="quarter" idx="5"/>
          </p:nvPr>
        </p:nvSpPr>
        <p:spPr/>
        <p:txBody>
          <a:bodyPr/>
          <a:lstStyle/>
          <a:p>
            <a:pPr rtl="0"/>
            <a:fld id="{BC0C2C40-CB1C-4820-9151-EC51EC2E7E0F}" type="slidenum">
              <a:rPr lang="es-MX" noProof="0" smtClean="0"/>
              <a:t>13</a:t>
            </a:fld>
            <a:endParaRPr lang="es-MX" noProof="0"/>
          </a:p>
        </p:txBody>
      </p:sp>
    </p:spTree>
    <p:extLst>
      <p:ext uri="{BB962C8B-B14F-4D97-AF65-F5344CB8AC3E}">
        <p14:creationId xmlns:p14="http://schemas.microsoft.com/office/powerpoint/2010/main" val="9117736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Los modelos vectoriales permiten representar documentos y consultas como vectores, facilitando la comparación y recuperación eficiente de información relevante en grandes bases de datos y motores de búsqueda.
Origen de imagen: biblioteca de contenido de Microsoft 365
</a:t>
            </a:r>
          </a:p>
        </p:txBody>
      </p:sp>
      <p:sp>
        <p:nvSpPr>
          <p:cNvPr id="4" name="Marcador de número de diapositiva 3"/>
          <p:cNvSpPr>
            <a:spLocks noGrp="1"/>
          </p:cNvSpPr>
          <p:nvPr>
            <p:ph type="sldNum" sz="quarter" idx="5"/>
          </p:nvPr>
        </p:nvSpPr>
        <p:spPr/>
        <p:txBody>
          <a:bodyPr/>
          <a:lstStyle/>
          <a:p>
            <a:pPr rtl="0"/>
            <a:fld id="{BC0C2C40-CB1C-4820-9151-EC51EC2E7E0F}" type="slidenum">
              <a:rPr lang="es-MX" noProof="0" smtClean="0"/>
              <a:t>14</a:t>
            </a:fld>
            <a:endParaRPr lang="es-MX" noProof="0"/>
          </a:p>
        </p:txBody>
      </p:sp>
    </p:spTree>
    <p:extLst>
      <p:ext uri="{BB962C8B-B14F-4D97-AF65-F5344CB8AC3E}">
        <p14:creationId xmlns:p14="http://schemas.microsoft.com/office/powerpoint/2010/main" val="188413606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En aprendizaje automático, los modelos vectoriales son clave para caracterizar datos y entrenar algoritmos que identifican patrones, clasifican información y realizan predicciones basadas en características vectoriales.
Origen de imagen: biblioteca de contenido de Microsoft 365
</a:t>
            </a:r>
          </a:p>
        </p:txBody>
      </p:sp>
      <p:sp>
        <p:nvSpPr>
          <p:cNvPr id="4" name="Marcador de número de diapositiva 3"/>
          <p:cNvSpPr>
            <a:spLocks noGrp="1"/>
          </p:cNvSpPr>
          <p:nvPr>
            <p:ph type="sldNum" sz="quarter" idx="5"/>
          </p:nvPr>
        </p:nvSpPr>
        <p:spPr/>
        <p:txBody>
          <a:bodyPr/>
          <a:lstStyle/>
          <a:p>
            <a:pPr rtl="0"/>
            <a:fld id="{BC0C2C40-CB1C-4820-9151-EC51EC2E7E0F}" type="slidenum">
              <a:rPr lang="es-MX" noProof="0" smtClean="0"/>
              <a:t>15</a:t>
            </a:fld>
            <a:endParaRPr lang="es-MX" noProof="0"/>
          </a:p>
        </p:txBody>
      </p:sp>
    </p:spTree>
    <p:extLst>
      <p:ext uri="{BB962C8B-B14F-4D97-AF65-F5344CB8AC3E}">
        <p14:creationId xmlns:p14="http://schemas.microsoft.com/office/powerpoint/2010/main" val="31758462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
---
Estos modelos permiten evaluar la similitud entre usuarios o ítems para ofrecer recomendaciones personalizadas, mejorando la experiencia del usuario en plataformas digitales y aplicaciones comerciales.
Origen de imagen: biblioteca de contenido de Microsoft 365
</a:t>
            </a:r>
          </a:p>
        </p:txBody>
      </p:sp>
      <p:sp>
        <p:nvSpPr>
          <p:cNvPr id="4" name="Marcador de número de diapositiva 3"/>
          <p:cNvSpPr>
            <a:spLocks noGrp="1"/>
          </p:cNvSpPr>
          <p:nvPr>
            <p:ph type="sldNum" sz="quarter" idx="5"/>
          </p:nvPr>
        </p:nvSpPr>
        <p:spPr/>
        <p:txBody>
          <a:bodyPr/>
          <a:lstStyle/>
          <a:p>
            <a:pPr rtl="0"/>
            <a:fld id="{BC0C2C40-CB1C-4820-9151-EC51EC2E7E0F}" type="slidenum">
              <a:rPr lang="es-MX" noProof="0" smtClean="0"/>
              <a:t>16</a:t>
            </a:fld>
            <a:endParaRPr lang="es-MX" noProof="0"/>
          </a:p>
        </p:txBody>
      </p:sp>
    </p:spTree>
    <p:extLst>
      <p:ext uri="{BB962C8B-B14F-4D97-AF65-F5344CB8AC3E}">
        <p14:creationId xmlns:p14="http://schemas.microsoft.com/office/powerpoint/2010/main" val="3055951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Los modelos vectoriales son herramientas fundamentales que permiten representar y analizar datos en múltiples formatos y campos. Su variedad y aplicaciones prácticas los hacen indispensables en la ciencia, tecnología y análisis avanzado de información.</a:t>
            </a:r>
          </a:p>
        </p:txBody>
      </p:sp>
      <p:sp>
        <p:nvSpPr>
          <p:cNvPr id="4" name="Marcador de número de diapositiva 3"/>
          <p:cNvSpPr>
            <a:spLocks noGrp="1"/>
          </p:cNvSpPr>
          <p:nvPr>
            <p:ph type="sldNum" sz="quarter" idx="5"/>
          </p:nvPr>
        </p:nvSpPr>
        <p:spPr/>
        <p:txBody>
          <a:bodyPr/>
          <a:lstStyle/>
          <a:p>
            <a:pPr rtl="0"/>
            <a:fld id="{BC0C2C40-CB1C-4820-9151-EC51EC2E7E0F}" type="slidenum">
              <a:rPr lang="es-MX" noProof="0" smtClean="0"/>
              <a:t>17</a:t>
            </a:fld>
            <a:endParaRPr lang="es-MX" noProof="0"/>
          </a:p>
        </p:txBody>
      </p:sp>
    </p:spTree>
    <p:extLst>
      <p:ext uri="{BB962C8B-B14F-4D97-AF65-F5344CB8AC3E}">
        <p14:creationId xmlns:p14="http://schemas.microsoft.com/office/powerpoint/2010/main" val="71107574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título">
    <p:spTree>
      <p:nvGrpSpPr>
        <p:cNvPr id="1" name=""/>
        <p:cNvGrpSpPr/>
        <p:nvPr/>
      </p:nvGrpSpPr>
      <p:grpSpPr>
        <a:xfrm>
          <a:off x="0" y="0"/>
          <a:ext cx="0" cy="0"/>
          <a:chOff x="0" y="0"/>
          <a:chExt cx="0" cy="0"/>
        </a:xfrm>
      </p:grpSpPr>
      <p:sp>
        <p:nvSpPr>
          <p:cNvPr id="7" name="Título 1">
            <a:extLst>
              <a:ext uri="{FF2B5EF4-FFF2-40B4-BE49-F238E27FC236}">
                <a16:creationId xmlns:a16="http://schemas.microsoft.com/office/drawing/2014/main" id="{40974584-F7C5-6440-926F-F6A9781D61F4}"/>
              </a:ext>
            </a:extLst>
          </p:cNvPr>
          <p:cNvSpPr>
            <a:spLocks noGrp="1"/>
          </p:cNvSpPr>
          <p:nvPr>
            <p:ph type="title"/>
          </p:nvPr>
        </p:nvSpPr>
        <p:spPr>
          <a:xfrm>
            <a:off x="404310" y="2484470"/>
            <a:ext cx="7552916" cy="2130561"/>
          </a:xfrm>
          <a:prstGeom prst="rect">
            <a:avLst/>
          </a:prstGeom>
        </p:spPr>
        <p:txBody>
          <a:bodyPr rtlCol="0">
            <a:normAutofit/>
          </a:bodyPr>
          <a:lstStyle>
            <a:lvl1pPr>
              <a:defRPr sz="6600" b="0">
                <a:solidFill>
                  <a:schemeClr val="tx1"/>
                </a:solidFill>
              </a:defRPr>
            </a:lvl1pPr>
          </a:lstStyle>
          <a:p>
            <a:pPr rtl="0"/>
            <a:r>
              <a:rPr lang="es-ES" noProof="0"/>
              <a:t>Haga clic para modificar el estilo de título del patrón</a:t>
            </a:r>
            <a:endParaRPr lang="es-MX" noProof="0"/>
          </a:p>
        </p:txBody>
      </p:sp>
      <p:pic>
        <p:nvPicPr>
          <p:cNvPr id="8" name="Imagen 7" descr="Interfaz gráfica de usuario&#10;&#10;Descripción generada automáticamente">
            <a:extLst>
              <a:ext uri="{FF2B5EF4-FFF2-40B4-BE49-F238E27FC236}">
                <a16:creationId xmlns:a16="http://schemas.microsoft.com/office/drawing/2014/main" id="{D7436C2F-09FF-014A-84CC-E0A18AFE2C7C}"/>
              </a:ext>
            </a:extLst>
          </p:cNvPr>
          <p:cNvPicPr>
            <a:picLocks noChangeAspect="1"/>
          </p:cNvPicPr>
          <p:nvPr userDrawn="1"/>
        </p:nvPicPr>
        <p:blipFill>
          <a:blip r:embed="rId2"/>
          <a:stretch>
            <a:fillRect/>
          </a:stretch>
        </p:blipFill>
        <p:spPr>
          <a:xfrm>
            <a:off x="253792" y="138819"/>
            <a:ext cx="2369315" cy="867807"/>
          </a:xfrm>
          <a:prstGeom prst="rect">
            <a:avLst/>
          </a:prstGeom>
        </p:spPr>
      </p:pic>
    </p:spTree>
    <p:extLst>
      <p:ext uri="{BB962C8B-B14F-4D97-AF65-F5344CB8AC3E}">
        <p14:creationId xmlns:p14="http://schemas.microsoft.com/office/powerpoint/2010/main" val="2897201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contenido">
    <p:spTree>
      <p:nvGrpSpPr>
        <p:cNvPr id="1" name=""/>
        <p:cNvGrpSpPr/>
        <p:nvPr/>
      </p:nvGrpSpPr>
      <p:grpSpPr>
        <a:xfrm>
          <a:off x="0" y="0"/>
          <a:ext cx="0" cy="0"/>
          <a:chOff x="0" y="0"/>
          <a:chExt cx="0" cy="0"/>
        </a:xfrm>
      </p:grpSpPr>
      <p:sp>
        <p:nvSpPr>
          <p:cNvPr id="8" name="Marcador de contenido 2">
            <a:extLst>
              <a:ext uri="{FF2B5EF4-FFF2-40B4-BE49-F238E27FC236}">
                <a16:creationId xmlns:a16="http://schemas.microsoft.com/office/drawing/2014/main" id="{72A72F24-C2F4-A848-9526-6DDE3032300C}"/>
              </a:ext>
            </a:extLst>
          </p:cNvPr>
          <p:cNvSpPr>
            <a:spLocks noGrp="1"/>
          </p:cNvSpPr>
          <p:nvPr>
            <p:ph sz="quarter" idx="10"/>
          </p:nvPr>
        </p:nvSpPr>
        <p:spPr>
          <a:xfrm>
            <a:off x="444500" y="1460500"/>
            <a:ext cx="5327904" cy="3977640"/>
          </a:xfrm>
          <a:prstGeom prst="rect">
            <a:avLst/>
          </a:prstGeom>
        </p:spPr>
        <p:txBody>
          <a:bodyPr vert="horz" lIns="91440" tIns="45720" rIns="91440" bIns="45720" rtlCol="0">
            <a:normAutofit/>
          </a:bodyPr>
          <a:lstStyle>
            <a:lvl1pPr>
              <a:lnSpc>
                <a:spcPct val="100000"/>
              </a:lnSpc>
              <a:defRPr lang="en-US" sz="1400" smtClean="0">
                <a:solidFill>
                  <a:schemeClr val="tx1">
                    <a:lumMod val="75000"/>
                    <a:lumOff val="25000"/>
                  </a:schemeClr>
                </a:solidFill>
              </a:defRPr>
            </a:lvl1pPr>
            <a:lvl2pPr>
              <a:lnSpc>
                <a:spcPct val="100000"/>
              </a:lnSpc>
              <a:defRPr lang="en-US" sz="1400" smtClean="0">
                <a:solidFill>
                  <a:schemeClr val="tx1">
                    <a:lumMod val="75000"/>
                    <a:lumOff val="25000"/>
                  </a:schemeClr>
                </a:solidFill>
              </a:defRPr>
            </a:lvl2pPr>
            <a:lvl3pPr>
              <a:lnSpc>
                <a:spcPct val="100000"/>
              </a:lnSpc>
              <a:defRPr lang="en-US" sz="1400" smtClean="0">
                <a:solidFill>
                  <a:schemeClr val="tx1">
                    <a:lumMod val="75000"/>
                    <a:lumOff val="25000"/>
                  </a:schemeClr>
                </a:solidFill>
              </a:defRPr>
            </a:lvl3pPr>
            <a:lvl4pPr>
              <a:lnSpc>
                <a:spcPct val="100000"/>
              </a:lnSpc>
              <a:defRPr lang="en-US" sz="1400" smtClean="0">
                <a:solidFill>
                  <a:schemeClr val="tx1">
                    <a:lumMod val="75000"/>
                    <a:lumOff val="25000"/>
                  </a:schemeClr>
                </a:solidFill>
              </a:defRPr>
            </a:lvl4pPr>
            <a:lvl5pPr>
              <a:lnSpc>
                <a:spcPct val="100000"/>
              </a:lnSpc>
              <a:defRPr lang="en-US" sz="1400">
                <a:solidFill>
                  <a:schemeClr val="tx1">
                    <a:lumMod val="75000"/>
                    <a:lumOff val="25000"/>
                  </a:schemeClr>
                </a:solidFill>
              </a:defRPr>
            </a:lvl5pPr>
          </a:lstStyle>
          <a:p>
            <a:pPr marL="0" lvl="0" indent="0" rtl="0">
              <a:lnSpc>
                <a:spcPct val="150000"/>
              </a:lnSpc>
              <a:spcBef>
                <a:spcPts val="1000"/>
              </a:spcBef>
              <a:spcAft>
                <a:spcPts val="1200"/>
              </a:spcAft>
              <a:buNone/>
            </a:pPr>
            <a:r>
              <a:rPr lang="es-ES" noProof="0"/>
              <a:t>Haga clic para modificar los estilos de texto del patrón</a:t>
            </a:r>
          </a:p>
          <a:p>
            <a:pPr marL="0" lvl="1" indent="0" rtl="0">
              <a:lnSpc>
                <a:spcPct val="150000"/>
              </a:lnSpc>
              <a:spcBef>
                <a:spcPts val="1000"/>
              </a:spcBef>
              <a:spcAft>
                <a:spcPts val="1200"/>
              </a:spcAft>
              <a:buNone/>
            </a:pPr>
            <a:r>
              <a:rPr lang="es-ES" noProof="0"/>
              <a:t>Segundo nivel</a:t>
            </a:r>
          </a:p>
          <a:p>
            <a:pPr marL="0" lvl="2" indent="0" rtl="0">
              <a:lnSpc>
                <a:spcPct val="150000"/>
              </a:lnSpc>
              <a:spcBef>
                <a:spcPts val="1000"/>
              </a:spcBef>
              <a:spcAft>
                <a:spcPts val="1200"/>
              </a:spcAft>
              <a:buNone/>
            </a:pPr>
            <a:r>
              <a:rPr lang="es-ES" noProof="0"/>
              <a:t>Tercer nivel</a:t>
            </a:r>
          </a:p>
          <a:p>
            <a:pPr marL="0" lvl="3" indent="0" rtl="0">
              <a:lnSpc>
                <a:spcPct val="150000"/>
              </a:lnSpc>
              <a:spcBef>
                <a:spcPts val="1000"/>
              </a:spcBef>
              <a:spcAft>
                <a:spcPts val="1200"/>
              </a:spcAft>
              <a:buNone/>
            </a:pPr>
            <a:r>
              <a:rPr lang="es-ES" noProof="0"/>
              <a:t>Cuarto nivel</a:t>
            </a:r>
          </a:p>
          <a:p>
            <a:pPr marL="0" lvl="4" indent="0" rtl="0">
              <a:lnSpc>
                <a:spcPct val="150000"/>
              </a:lnSpc>
              <a:spcBef>
                <a:spcPts val="1000"/>
              </a:spcBef>
              <a:spcAft>
                <a:spcPts val="1200"/>
              </a:spcAft>
              <a:buNone/>
            </a:pPr>
            <a:r>
              <a:rPr lang="es-ES" noProof="0"/>
              <a:t>Quinto nivel</a:t>
            </a:r>
            <a:endParaRPr lang="es-MX" noProof="0"/>
          </a:p>
        </p:txBody>
      </p:sp>
      <p:sp>
        <p:nvSpPr>
          <p:cNvPr id="9" name="Marcador de fecha 3">
            <a:extLst>
              <a:ext uri="{FF2B5EF4-FFF2-40B4-BE49-F238E27FC236}">
                <a16:creationId xmlns:a16="http://schemas.microsoft.com/office/drawing/2014/main" id="{0B5A9DDA-5C61-C94F-9C1E-F412423AF3E7}"/>
              </a:ext>
            </a:extLst>
          </p:cNvPr>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D1D7B879-DB92-4F7E-89A0-251D0539E6AF}" type="datetime1">
              <a:rPr lang="es-MX" noProof="0" smtClean="0"/>
              <a:t>20/08/2025</a:t>
            </a:fld>
            <a:endParaRPr lang="es-MX" noProof="0"/>
          </a:p>
        </p:txBody>
      </p:sp>
      <p:sp>
        <p:nvSpPr>
          <p:cNvPr id="10" name="Marcador de pie de página 4">
            <a:extLst>
              <a:ext uri="{FF2B5EF4-FFF2-40B4-BE49-F238E27FC236}">
                <a16:creationId xmlns:a16="http://schemas.microsoft.com/office/drawing/2014/main" id="{AB9CE1BE-CD51-BD42-A659-2F084EB57DE7}"/>
              </a:ext>
            </a:extLst>
          </p:cNvPr>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s-MX" noProof="0"/>
          </a:p>
        </p:txBody>
      </p:sp>
      <p:sp>
        <p:nvSpPr>
          <p:cNvPr id="11" name="Marcador de número de diapositiva 5">
            <a:extLst>
              <a:ext uri="{FF2B5EF4-FFF2-40B4-BE49-F238E27FC236}">
                <a16:creationId xmlns:a16="http://schemas.microsoft.com/office/drawing/2014/main" id="{F2707C4E-5419-8141-80B3-E4B112655C23}"/>
              </a:ext>
            </a:extLst>
          </p:cNvPr>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s-MX" noProof="0" smtClean="0"/>
              <a:pPr rtl="0"/>
              <a:t>‹Nº›</a:t>
            </a:fld>
            <a:endParaRPr lang="es-MX" noProof="0"/>
          </a:p>
        </p:txBody>
      </p:sp>
      <p:cxnSp>
        <p:nvCxnSpPr>
          <p:cNvPr id="12" name="Conector recto 11">
            <a:extLst>
              <a:ext uri="{FF2B5EF4-FFF2-40B4-BE49-F238E27FC236}">
                <a16:creationId xmlns:a16="http://schemas.microsoft.com/office/drawing/2014/main" id="{06D362EF-E079-514F-814C-6085176CA7AD}"/>
              </a:ext>
            </a:extLst>
          </p:cNvPr>
          <p:cNvCxnSpPr>
            <a:cxnSpLocks/>
          </p:cNvCxnSpPr>
          <p:nvPr userDrawn="1"/>
        </p:nvCxnSpPr>
        <p:spPr>
          <a:xfrm>
            <a:off x="533400" y="1104900"/>
            <a:ext cx="11119104"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13" name="Título 1">
            <a:extLst>
              <a:ext uri="{FF2B5EF4-FFF2-40B4-BE49-F238E27FC236}">
                <a16:creationId xmlns:a16="http://schemas.microsoft.com/office/drawing/2014/main" id="{2AC75DAD-32BC-CC41-8DF4-9E68DB31CFAC}"/>
              </a:ext>
            </a:extLst>
          </p:cNvPr>
          <p:cNvSpPr>
            <a:spLocks noGrp="1"/>
          </p:cNvSpPr>
          <p:nvPr>
            <p:ph type="title"/>
          </p:nvPr>
        </p:nvSpPr>
        <p:spPr>
          <a:xfrm>
            <a:off x="444500" y="430609"/>
            <a:ext cx="9146972" cy="640080"/>
          </a:xfrm>
          <a:prstGeom prst="rect">
            <a:avLst/>
          </a:prstGeom>
        </p:spPr>
        <p:txBody>
          <a:bodyPr rtlCol="0">
            <a:normAutofit/>
          </a:bodyPr>
          <a:lstStyle>
            <a:lvl1pPr>
              <a:defRPr sz="2800"/>
            </a:lvl1pPr>
          </a:lstStyle>
          <a:p>
            <a:pPr rtl="0"/>
            <a:r>
              <a:rPr lang="es-ES" noProof="0"/>
              <a:t>Haga clic para modificar el estilo de título del patrón</a:t>
            </a:r>
            <a:endParaRPr lang="es-MX" noProof="0"/>
          </a:p>
        </p:txBody>
      </p:sp>
    </p:spTree>
    <p:extLst>
      <p:ext uri="{BB962C8B-B14F-4D97-AF65-F5344CB8AC3E}">
        <p14:creationId xmlns:p14="http://schemas.microsoft.com/office/powerpoint/2010/main" val="33621732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la sección">
    <p:spTree>
      <p:nvGrpSpPr>
        <p:cNvPr id="1" name=""/>
        <p:cNvGrpSpPr/>
        <p:nvPr/>
      </p:nvGrpSpPr>
      <p:grpSpPr>
        <a:xfrm>
          <a:off x="0" y="0"/>
          <a:ext cx="0" cy="0"/>
          <a:chOff x="0" y="0"/>
          <a:chExt cx="0" cy="0"/>
        </a:xfrm>
      </p:grpSpPr>
      <p:sp>
        <p:nvSpPr>
          <p:cNvPr id="7" name="Marcador de contenido 6">
            <a:extLst>
              <a:ext uri="{FF2B5EF4-FFF2-40B4-BE49-F238E27FC236}">
                <a16:creationId xmlns:a16="http://schemas.microsoft.com/office/drawing/2014/main" id="{90EAB2A1-27FC-7D46-BBF1-72410CED554C}"/>
              </a:ext>
            </a:extLst>
          </p:cNvPr>
          <p:cNvSpPr>
            <a:spLocks noGrp="1"/>
          </p:cNvSpPr>
          <p:nvPr>
            <p:ph sz="quarter" idx="13"/>
          </p:nvPr>
        </p:nvSpPr>
        <p:spPr>
          <a:xfrm>
            <a:off x="450596" y="2560320"/>
            <a:ext cx="9445752" cy="3977640"/>
          </a:xfrm>
          <a:prstGeom prst="rect">
            <a:avLst/>
          </a:prstGeom>
        </p:spPr>
        <p:txBody>
          <a:bodyPr vert="horz" lIns="91440" tIns="45720" rIns="91440" bIns="45720" rtlCol="0">
            <a:normAutofit/>
          </a:bodyPr>
          <a:lstStyle>
            <a:lvl1pPr>
              <a:defRPr lang="en-US" sz="2400" smtClean="0">
                <a:solidFill>
                  <a:schemeClr val="tx1">
                    <a:lumMod val="75000"/>
                    <a:lumOff val="25000"/>
                  </a:schemeClr>
                </a:solidFill>
                <a:latin typeface="+mn-lt"/>
              </a:defRPr>
            </a:lvl1pPr>
            <a:lvl2pPr>
              <a:defRPr lang="en-US" sz="1200" dirty="0" smtClean="0">
                <a:solidFill>
                  <a:schemeClr val="tx1">
                    <a:lumMod val="75000"/>
                    <a:lumOff val="25000"/>
                  </a:schemeClr>
                </a:solidFill>
                <a:latin typeface="+mn-lt"/>
              </a:defRPr>
            </a:lvl2pPr>
            <a:lvl3pPr>
              <a:defRPr lang="en-US" sz="1200" dirty="0" smtClean="0">
                <a:solidFill>
                  <a:schemeClr val="tx1">
                    <a:lumMod val="75000"/>
                    <a:lumOff val="25000"/>
                  </a:schemeClr>
                </a:solidFill>
                <a:latin typeface="+mn-lt"/>
              </a:defRPr>
            </a:lvl3pPr>
            <a:lvl4pPr>
              <a:defRPr lang="en-US" sz="1200" dirty="0" smtClean="0">
                <a:solidFill>
                  <a:schemeClr val="tx1">
                    <a:lumMod val="75000"/>
                    <a:lumOff val="25000"/>
                  </a:schemeClr>
                </a:solidFill>
                <a:latin typeface="+mn-lt"/>
              </a:defRPr>
            </a:lvl4pPr>
            <a:lvl5pPr>
              <a:defRPr lang="en-US" sz="1200" dirty="0">
                <a:solidFill>
                  <a:schemeClr val="tx1">
                    <a:lumMod val="75000"/>
                    <a:lumOff val="25000"/>
                  </a:schemeClr>
                </a:solidFill>
                <a:latin typeface="+mn-lt"/>
              </a:defRPr>
            </a:lvl5pPr>
          </a:lstStyle>
          <a:p>
            <a:pPr marL="0" lvl="0" indent="0" rtl="0">
              <a:lnSpc>
                <a:spcPct val="150000"/>
              </a:lnSpc>
              <a:spcBef>
                <a:spcPts val="1000"/>
              </a:spcBef>
              <a:spcAft>
                <a:spcPts val="1200"/>
              </a:spcAft>
              <a:buNone/>
            </a:pPr>
            <a:r>
              <a:rPr lang="es-ES" noProof="0"/>
              <a:t>Haga clic para modificar los estilos de texto del patrón</a:t>
            </a:r>
          </a:p>
          <a:p>
            <a:pPr marL="0" lvl="1" indent="0" rtl="0">
              <a:lnSpc>
                <a:spcPct val="150000"/>
              </a:lnSpc>
              <a:spcBef>
                <a:spcPts val="1000"/>
              </a:spcBef>
              <a:spcAft>
                <a:spcPts val="1200"/>
              </a:spcAft>
              <a:buNone/>
            </a:pPr>
            <a:r>
              <a:rPr lang="es-ES" noProof="0"/>
              <a:t>Segundo nivel</a:t>
            </a:r>
          </a:p>
          <a:p>
            <a:pPr marL="0" lvl="2" indent="0" rtl="0">
              <a:lnSpc>
                <a:spcPct val="150000"/>
              </a:lnSpc>
              <a:spcBef>
                <a:spcPts val="1000"/>
              </a:spcBef>
              <a:spcAft>
                <a:spcPts val="1200"/>
              </a:spcAft>
              <a:buNone/>
            </a:pPr>
            <a:r>
              <a:rPr lang="es-ES" noProof="0"/>
              <a:t>Tercer nivel</a:t>
            </a:r>
          </a:p>
          <a:p>
            <a:pPr marL="0" lvl="3" indent="0" rtl="0">
              <a:lnSpc>
                <a:spcPct val="150000"/>
              </a:lnSpc>
              <a:spcBef>
                <a:spcPts val="1000"/>
              </a:spcBef>
              <a:spcAft>
                <a:spcPts val="1200"/>
              </a:spcAft>
              <a:buNone/>
            </a:pPr>
            <a:r>
              <a:rPr lang="es-ES" noProof="0"/>
              <a:t>Cuarto nivel</a:t>
            </a:r>
          </a:p>
          <a:p>
            <a:pPr marL="0" lvl="4" indent="0" rtl="0">
              <a:lnSpc>
                <a:spcPct val="150000"/>
              </a:lnSpc>
              <a:spcBef>
                <a:spcPts val="1000"/>
              </a:spcBef>
              <a:spcAft>
                <a:spcPts val="1200"/>
              </a:spcAft>
              <a:buNone/>
            </a:pPr>
            <a:r>
              <a:rPr lang="es-ES" noProof="0"/>
              <a:t>Quinto nivel</a:t>
            </a:r>
            <a:endParaRPr lang="es-MX" noProof="0"/>
          </a:p>
        </p:txBody>
      </p:sp>
      <p:cxnSp>
        <p:nvCxnSpPr>
          <p:cNvPr id="8" name="Conector recto 7">
            <a:extLst>
              <a:ext uri="{FF2B5EF4-FFF2-40B4-BE49-F238E27FC236}">
                <a16:creationId xmlns:a16="http://schemas.microsoft.com/office/drawing/2014/main" id="{1170A3AA-4210-FB4E-9790-9D6891AFF655}"/>
              </a:ext>
            </a:extLst>
          </p:cNvPr>
          <p:cNvCxnSpPr>
            <a:cxnSpLocks/>
          </p:cNvCxnSpPr>
          <p:nvPr userDrawn="1"/>
        </p:nvCxnSpPr>
        <p:spPr>
          <a:xfrm>
            <a:off x="533400" y="1104900"/>
            <a:ext cx="11119104"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9" name="Título 1">
            <a:extLst>
              <a:ext uri="{FF2B5EF4-FFF2-40B4-BE49-F238E27FC236}">
                <a16:creationId xmlns:a16="http://schemas.microsoft.com/office/drawing/2014/main" id="{28B6F196-1924-E341-B33B-77AEF4A875CF}"/>
              </a:ext>
            </a:extLst>
          </p:cNvPr>
          <p:cNvSpPr>
            <a:spLocks noGrp="1"/>
          </p:cNvSpPr>
          <p:nvPr>
            <p:ph type="title"/>
          </p:nvPr>
        </p:nvSpPr>
        <p:spPr>
          <a:xfrm>
            <a:off x="444500" y="430609"/>
            <a:ext cx="9146972" cy="640080"/>
          </a:xfrm>
          <a:prstGeom prst="rect">
            <a:avLst/>
          </a:prstGeom>
        </p:spPr>
        <p:txBody>
          <a:bodyPr rtlCol="0">
            <a:normAutofit/>
          </a:bodyPr>
          <a:lstStyle>
            <a:lvl1pPr>
              <a:defRPr sz="2800"/>
            </a:lvl1pPr>
          </a:lstStyle>
          <a:p>
            <a:pPr rtl="0"/>
            <a:r>
              <a:rPr lang="es-ES" noProof="0"/>
              <a:t>Haga clic para modificar el estilo de título del patrón</a:t>
            </a:r>
            <a:endParaRPr lang="es-MX" noProof="0"/>
          </a:p>
        </p:txBody>
      </p:sp>
    </p:spTree>
    <p:extLst>
      <p:ext uri="{BB962C8B-B14F-4D97-AF65-F5344CB8AC3E}">
        <p14:creationId xmlns:p14="http://schemas.microsoft.com/office/powerpoint/2010/main" val="2736486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conteni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7BE2BF-67D0-421C-B0EA-C2FDA38E908E}"/>
              </a:ext>
            </a:extLst>
          </p:cNvPr>
          <p:cNvSpPr>
            <a:spLocks noGrp="1"/>
          </p:cNvSpPr>
          <p:nvPr>
            <p:ph type="title"/>
          </p:nvPr>
        </p:nvSpPr>
        <p:spPr>
          <a:xfrm>
            <a:off x="838200" y="365125"/>
            <a:ext cx="10515600" cy="1325563"/>
          </a:xfrm>
          <a:prstGeom prst="rect">
            <a:avLst/>
          </a:prstGeom>
        </p:spPr>
        <p:txBody>
          <a:bodyPr rtlCol="0"/>
          <a:lstStyle/>
          <a:p>
            <a:pPr rtl="0"/>
            <a:r>
              <a:rPr lang="es-ES" noProof="0"/>
              <a:t>Haga clic para modificar el estilo de título del patrón</a:t>
            </a:r>
            <a:endParaRPr lang="es-MX" noProof="0"/>
          </a:p>
        </p:txBody>
      </p:sp>
      <p:sp>
        <p:nvSpPr>
          <p:cNvPr id="3" name="Marcador de contenido 2">
            <a:extLst>
              <a:ext uri="{FF2B5EF4-FFF2-40B4-BE49-F238E27FC236}">
                <a16:creationId xmlns:a16="http://schemas.microsoft.com/office/drawing/2014/main" id="{19ED459D-4DBB-4B08-B28E-38CB294598EB}"/>
              </a:ext>
            </a:extLst>
          </p:cNvPr>
          <p:cNvSpPr>
            <a:spLocks noGrp="1"/>
          </p:cNvSpPr>
          <p:nvPr>
            <p:ph sz="half" idx="1"/>
          </p:nvPr>
        </p:nvSpPr>
        <p:spPr>
          <a:xfrm>
            <a:off x="838200" y="1825625"/>
            <a:ext cx="5181601" cy="4351338"/>
          </a:xfrm>
          <a:prstGeom prst="rect">
            <a:avLst/>
          </a:prstGeom>
        </p:spPr>
        <p:txBody>
          <a:bodyPr rtlCol="0"/>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MX" noProof="0"/>
          </a:p>
        </p:txBody>
      </p:sp>
      <p:sp>
        <p:nvSpPr>
          <p:cNvPr id="4" name="Marcador de contenido 3">
            <a:extLst>
              <a:ext uri="{FF2B5EF4-FFF2-40B4-BE49-F238E27FC236}">
                <a16:creationId xmlns:a16="http://schemas.microsoft.com/office/drawing/2014/main" id="{619D5826-9D5D-45F7-9039-C9593873510D}"/>
              </a:ext>
            </a:extLst>
          </p:cNvPr>
          <p:cNvSpPr>
            <a:spLocks noGrp="1"/>
          </p:cNvSpPr>
          <p:nvPr>
            <p:ph sz="half" idx="2"/>
          </p:nvPr>
        </p:nvSpPr>
        <p:spPr>
          <a:xfrm>
            <a:off x="6172200" y="1825625"/>
            <a:ext cx="5181601" cy="4351338"/>
          </a:xfrm>
          <a:prstGeom prst="rect">
            <a:avLst/>
          </a:prstGeom>
        </p:spPr>
        <p:txBody>
          <a:bodyPr rtlCol="0"/>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MX" noProof="0"/>
          </a:p>
        </p:txBody>
      </p:sp>
      <p:sp>
        <p:nvSpPr>
          <p:cNvPr id="5" name="Marcador de fecha 4">
            <a:extLst>
              <a:ext uri="{FF2B5EF4-FFF2-40B4-BE49-F238E27FC236}">
                <a16:creationId xmlns:a16="http://schemas.microsoft.com/office/drawing/2014/main" id="{C3C35230-6E6B-4AE2-A238-476A2293EE28}"/>
              </a:ext>
            </a:extLst>
          </p:cNvPr>
          <p:cNvSpPr>
            <a:spLocks noGrp="1"/>
          </p:cNvSpPr>
          <p:nvPr>
            <p:ph type="dt" sz="half" idx="10"/>
          </p:nvPr>
        </p:nvSpPr>
        <p:spPr/>
        <p:txBody>
          <a:bodyPr rtlCol="0"/>
          <a:lstStyle/>
          <a:p>
            <a:pPr rtl="0"/>
            <a:fld id="{F3597D2B-C196-4B48-8A8F-D73EC5DA8CC3}" type="datetime1">
              <a:rPr lang="es-MX" noProof="0" smtClean="0"/>
              <a:t>20/08/2025</a:t>
            </a:fld>
            <a:endParaRPr lang="es-MX" noProof="0"/>
          </a:p>
        </p:txBody>
      </p:sp>
      <p:sp>
        <p:nvSpPr>
          <p:cNvPr id="6" name="Marcador de posición de pie de página 5">
            <a:extLst>
              <a:ext uri="{FF2B5EF4-FFF2-40B4-BE49-F238E27FC236}">
                <a16:creationId xmlns:a16="http://schemas.microsoft.com/office/drawing/2014/main" id="{B3EC195B-3566-4F5A-8A17-C0D96E0DC8AB}"/>
              </a:ext>
            </a:extLst>
          </p:cNvPr>
          <p:cNvSpPr>
            <a:spLocks noGrp="1"/>
          </p:cNvSpPr>
          <p:nvPr>
            <p:ph type="ftr" sz="quarter" idx="11"/>
          </p:nvPr>
        </p:nvSpPr>
        <p:spPr/>
        <p:txBody>
          <a:bodyPr rtlCol="0"/>
          <a:lstStyle/>
          <a:p>
            <a:pPr rtl="0"/>
            <a:endParaRPr lang="es-MX" noProof="0"/>
          </a:p>
        </p:txBody>
      </p:sp>
      <p:sp>
        <p:nvSpPr>
          <p:cNvPr id="7" name="Marcador de número de diapositiva 6">
            <a:extLst>
              <a:ext uri="{FF2B5EF4-FFF2-40B4-BE49-F238E27FC236}">
                <a16:creationId xmlns:a16="http://schemas.microsoft.com/office/drawing/2014/main" id="{B5A64FFA-F5D7-4974-90D5-37C1E4F5D4C4}"/>
              </a:ext>
            </a:extLst>
          </p:cNvPr>
          <p:cNvSpPr>
            <a:spLocks noGrp="1"/>
          </p:cNvSpPr>
          <p:nvPr>
            <p:ph type="sldNum" sz="quarter" idx="12"/>
          </p:nvPr>
        </p:nvSpPr>
        <p:spPr/>
        <p:txBody>
          <a:bodyPr rtlCol="0"/>
          <a:lstStyle/>
          <a:p>
            <a:pPr rtl="0"/>
            <a:fld id="{5F44216D-285E-4743-ADC0-F517FFC76697}" type="slidenum">
              <a:rPr lang="es-MX" noProof="0" smtClean="0"/>
              <a:t>‹Nº›</a:t>
            </a:fld>
            <a:endParaRPr lang="es-MX" noProof="0"/>
          </a:p>
        </p:txBody>
      </p:sp>
    </p:spTree>
    <p:extLst>
      <p:ext uri="{BB962C8B-B14F-4D97-AF65-F5344CB8AC3E}">
        <p14:creationId xmlns:p14="http://schemas.microsoft.com/office/powerpoint/2010/main" val="12840146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BE93013-51BB-4A17-B3BD-969427C676BB}"/>
              </a:ext>
            </a:extLst>
          </p:cNvPr>
          <p:cNvSpPr>
            <a:spLocks noGrp="1"/>
          </p:cNvSpPr>
          <p:nvPr>
            <p:ph type="title"/>
          </p:nvPr>
        </p:nvSpPr>
        <p:spPr>
          <a:xfrm>
            <a:off x="839788" y="365125"/>
            <a:ext cx="10515600" cy="1325563"/>
          </a:xfrm>
          <a:prstGeom prst="rect">
            <a:avLst/>
          </a:prstGeom>
        </p:spPr>
        <p:txBody>
          <a:bodyPr rtlCol="0"/>
          <a:lstStyle/>
          <a:p>
            <a:pPr rtl="0"/>
            <a:r>
              <a:rPr lang="es-ES" noProof="0"/>
              <a:t>Haga clic para modificar el estilo de título del patrón</a:t>
            </a:r>
            <a:endParaRPr lang="es-MX" noProof="0"/>
          </a:p>
        </p:txBody>
      </p:sp>
      <p:sp>
        <p:nvSpPr>
          <p:cNvPr id="3" name="Marcador de texto 2">
            <a:extLst>
              <a:ext uri="{FF2B5EF4-FFF2-40B4-BE49-F238E27FC236}">
                <a16:creationId xmlns:a16="http://schemas.microsoft.com/office/drawing/2014/main" id="{E965D238-163E-4CA0-8D72-013A528AF55D}"/>
              </a:ext>
            </a:extLst>
          </p:cNvPr>
          <p:cNvSpPr>
            <a:spLocks noGrp="1"/>
          </p:cNvSpPr>
          <p:nvPr>
            <p:ph type="body" idx="1"/>
          </p:nvPr>
        </p:nvSpPr>
        <p:spPr>
          <a:xfrm>
            <a:off x="839789" y="1681164"/>
            <a:ext cx="5157787" cy="823912"/>
          </a:xfrm>
          <a:prstGeom prst="rect">
            <a:avLst/>
          </a:prstGeom>
        </p:spPr>
        <p:txBody>
          <a:bodyPr rtlCol="0" anchor="b"/>
          <a:lstStyle>
            <a:lvl1pPr marL="0" indent="0">
              <a:buNone/>
              <a:defRPr sz="2400" b="1"/>
            </a:lvl1pPr>
            <a:lvl2pPr marL="457196" indent="0">
              <a:buNone/>
              <a:defRPr sz="2000" b="1"/>
            </a:lvl2pPr>
            <a:lvl3pPr marL="914391" indent="0">
              <a:buNone/>
              <a:defRPr sz="1800" b="1"/>
            </a:lvl3pPr>
            <a:lvl4pPr marL="1371587" indent="0">
              <a:buNone/>
              <a:defRPr sz="1600" b="1"/>
            </a:lvl4pPr>
            <a:lvl5pPr marL="1828783" indent="0">
              <a:buNone/>
              <a:defRPr sz="1600" b="1"/>
            </a:lvl5pPr>
            <a:lvl6pPr marL="2285978" indent="0">
              <a:buNone/>
              <a:defRPr sz="1600" b="1"/>
            </a:lvl6pPr>
            <a:lvl7pPr marL="2743174" indent="0">
              <a:buNone/>
              <a:defRPr sz="1600" b="1"/>
            </a:lvl7pPr>
            <a:lvl8pPr marL="3200370" indent="0">
              <a:buNone/>
              <a:defRPr sz="1600" b="1"/>
            </a:lvl8pPr>
            <a:lvl9pPr marL="3657565" indent="0">
              <a:buNone/>
              <a:defRPr sz="1600" b="1"/>
            </a:lvl9pPr>
          </a:lstStyle>
          <a:p>
            <a:pPr lvl="0" rtl="0"/>
            <a:r>
              <a:rPr lang="es-ES" noProof="0"/>
              <a:t>Haga clic para modificar los estilos de texto del patrón</a:t>
            </a:r>
          </a:p>
        </p:txBody>
      </p:sp>
      <p:sp>
        <p:nvSpPr>
          <p:cNvPr id="4" name="Marcador de contenido 3">
            <a:extLst>
              <a:ext uri="{FF2B5EF4-FFF2-40B4-BE49-F238E27FC236}">
                <a16:creationId xmlns:a16="http://schemas.microsoft.com/office/drawing/2014/main" id="{9974BFD3-F57E-442B-B0D6-44B28B98ABBA}"/>
              </a:ext>
            </a:extLst>
          </p:cNvPr>
          <p:cNvSpPr>
            <a:spLocks noGrp="1"/>
          </p:cNvSpPr>
          <p:nvPr>
            <p:ph sz="half" idx="2"/>
          </p:nvPr>
        </p:nvSpPr>
        <p:spPr>
          <a:xfrm>
            <a:off x="839789" y="2505075"/>
            <a:ext cx="5157787" cy="3684588"/>
          </a:xfrm>
          <a:prstGeom prst="rect">
            <a:avLst/>
          </a:prstGeom>
        </p:spPr>
        <p:txBody>
          <a:bodyPr rtlCol="0"/>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MX" noProof="0"/>
          </a:p>
        </p:txBody>
      </p:sp>
      <p:sp>
        <p:nvSpPr>
          <p:cNvPr id="5" name="Marcador de texto 4">
            <a:extLst>
              <a:ext uri="{FF2B5EF4-FFF2-40B4-BE49-F238E27FC236}">
                <a16:creationId xmlns:a16="http://schemas.microsoft.com/office/drawing/2014/main" id="{FD6C678E-A9F6-402F-AB68-0001BA3C2376}"/>
              </a:ext>
            </a:extLst>
          </p:cNvPr>
          <p:cNvSpPr>
            <a:spLocks noGrp="1"/>
          </p:cNvSpPr>
          <p:nvPr>
            <p:ph type="body" sz="quarter" idx="3"/>
          </p:nvPr>
        </p:nvSpPr>
        <p:spPr>
          <a:xfrm>
            <a:off x="6172201" y="1681164"/>
            <a:ext cx="5183188" cy="823912"/>
          </a:xfrm>
          <a:prstGeom prst="rect">
            <a:avLst/>
          </a:prstGeom>
        </p:spPr>
        <p:txBody>
          <a:bodyPr rtlCol="0" anchor="b"/>
          <a:lstStyle>
            <a:lvl1pPr marL="0" indent="0">
              <a:buNone/>
              <a:defRPr sz="2400" b="1"/>
            </a:lvl1pPr>
            <a:lvl2pPr marL="457196" indent="0">
              <a:buNone/>
              <a:defRPr sz="2000" b="1"/>
            </a:lvl2pPr>
            <a:lvl3pPr marL="914391" indent="0">
              <a:buNone/>
              <a:defRPr sz="1800" b="1"/>
            </a:lvl3pPr>
            <a:lvl4pPr marL="1371587" indent="0">
              <a:buNone/>
              <a:defRPr sz="1600" b="1"/>
            </a:lvl4pPr>
            <a:lvl5pPr marL="1828783" indent="0">
              <a:buNone/>
              <a:defRPr sz="1600" b="1"/>
            </a:lvl5pPr>
            <a:lvl6pPr marL="2285978" indent="0">
              <a:buNone/>
              <a:defRPr sz="1600" b="1"/>
            </a:lvl6pPr>
            <a:lvl7pPr marL="2743174" indent="0">
              <a:buNone/>
              <a:defRPr sz="1600" b="1"/>
            </a:lvl7pPr>
            <a:lvl8pPr marL="3200370" indent="0">
              <a:buNone/>
              <a:defRPr sz="1600" b="1"/>
            </a:lvl8pPr>
            <a:lvl9pPr marL="3657565" indent="0">
              <a:buNone/>
              <a:defRPr sz="1600" b="1"/>
            </a:lvl9pPr>
          </a:lstStyle>
          <a:p>
            <a:pPr lvl="0" rtl="0"/>
            <a:r>
              <a:rPr lang="es-ES" noProof="0"/>
              <a:t>Haga clic para modificar los estilos de texto del patrón</a:t>
            </a:r>
          </a:p>
        </p:txBody>
      </p:sp>
      <p:sp>
        <p:nvSpPr>
          <p:cNvPr id="6" name="Marcador de contenido 5">
            <a:extLst>
              <a:ext uri="{FF2B5EF4-FFF2-40B4-BE49-F238E27FC236}">
                <a16:creationId xmlns:a16="http://schemas.microsoft.com/office/drawing/2014/main" id="{AAC1CE1F-0133-4A8E-9510-3927C275ADB7}"/>
              </a:ext>
            </a:extLst>
          </p:cNvPr>
          <p:cNvSpPr>
            <a:spLocks noGrp="1"/>
          </p:cNvSpPr>
          <p:nvPr>
            <p:ph sz="quarter" idx="4"/>
          </p:nvPr>
        </p:nvSpPr>
        <p:spPr>
          <a:xfrm>
            <a:off x="6172201" y="2505075"/>
            <a:ext cx="5183188" cy="3684588"/>
          </a:xfrm>
          <a:prstGeom prst="rect">
            <a:avLst/>
          </a:prstGeom>
        </p:spPr>
        <p:txBody>
          <a:bodyPr rtlCol="0"/>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MX" noProof="0"/>
          </a:p>
        </p:txBody>
      </p:sp>
      <p:sp>
        <p:nvSpPr>
          <p:cNvPr id="7" name="Marcador de fecha 6">
            <a:extLst>
              <a:ext uri="{FF2B5EF4-FFF2-40B4-BE49-F238E27FC236}">
                <a16:creationId xmlns:a16="http://schemas.microsoft.com/office/drawing/2014/main" id="{3A812791-1A66-47A2-B8AB-CF2C8494CA0A}"/>
              </a:ext>
            </a:extLst>
          </p:cNvPr>
          <p:cNvSpPr>
            <a:spLocks noGrp="1"/>
          </p:cNvSpPr>
          <p:nvPr>
            <p:ph type="dt" sz="half" idx="10"/>
          </p:nvPr>
        </p:nvSpPr>
        <p:spPr/>
        <p:txBody>
          <a:bodyPr rtlCol="0"/>
          <a:lstStyle/>
          <a:p>
            <a:pPr rtl="0"/>
            <a:fld id="{63228F18-82D7-416B-822F-F90BEBADB8B6}" type="datetime1">
              <a:rPr lang="es-MX" noProof="0" smtClean="0"/>
              <a:t>20/08/2025</a:t>
            </a:fld>
            <a:endParaRPr lang="es-MX" noProof="0"/>
          </a:p>
        </p:txBody>
      </p:sp>
      <p:sp>
        <p:nvSpPr>
          <p:cNvPr id="8" name="Marcador de pie de página 7">
            <a:extLst>
              <a:ext uri="{FF2B5EF4-FFF2-40B4-BE49-F238E27FC236}">
                <a16:creationId xmlns:a16="http://schemas.microsoft.com/office/drawing/2014/main" id="{4433D370-BE25-4CF9-8D18-A8B0D6286AC1}"/>
              </a:ext>
            </a:extLst>
          </p:cNvPr>
          <p:cNvSpPr>
            <a:spLocks noGrp="1"/>
          </p:cNvSpPr>
          <p:nvPr>
            <p:ph type="ftr" sz="quarter" idx="11"/>
          </p:nvPr>
        </p:nvSpPr>
        <p:spPr/>
        <p:txBody>
          <a:bodyPr rtlCol="0"/>
          <a:lstStyle/>
          <a:p>
            <a:pPr rtl="0"/>
            <a:endParaRPr lang="es-MX" noProof="0"/>
          </a:p>
        </p:txBody>
      </p:sp>
      <p:sp>
        <p:nvSpPr>
          <p:cNvPr id="9" name="Marcador de número de diapositiva 8">
            <a:extLst>
              <a:ext uri="{FF2B5EF4-FFF2-40B4-BE49-F238E27FC236}">
                <a16:creationId xmlns:a16="http://schemas.microsoft.com/office/drawing/2014/main" id="{5CFF9EFB-2082-4B18-8532-2E058DF98F6F}"/>
              </a:ext>
            </a:extLst>
          </p:cNvPr>
          <p:cNvSpPr>
            <a:spLocks noGrp="1"/>
          </p:cNvSpPr>
          <p:nvPr>
            <p:ph type="sldNum" sz="quarter" idx="12"/>
          </p:nvPr>
        </p:nvSpPr>
        <p:spPr/>
        <p:txBody>
          <a:bodyPr rtlCol="0"/>
          <a:lstStyle/>
          <a:p>
            <a:pPr rtl="0"/>
            <a:fld id="{5F44216D-285E-4743-ADC0-F517FFC76697}" type="slidenum">
              <a:rPr lang="es-MX" noProof="0" smtClean="0"/>
              <a:t>‹Nº›</a:t>
            </a:fld>
            <a:endParaRPr lang="es-MX" noProof="0"/>
          </a:p>
        </p:txBody>
      </p:sp>
    </p:spTree>
    <p:extLst>
      <p:ext uri="{BB962C8B-B14F-4D97-AF65-F5344CB8AC3E}">
        <p14:creationId xmlns:p14="http://schemas.microsoft.com/office/powerpoint/2010/main" val="37933235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1A482C-C319-43FD-93FF-980D21E2E196}"/>
              </a:ext>
            </a:extLst>
          </p:cNvPr>
          <p:cNvSpPr>
            <a:spLocks noGrp="1"/>
          </p:cNvSpPr>
          <p:nvPr>
            <p:ph type="title"/>
          </p:nvPr>
        </p:nvSpPr>
        <p:spPr>
          <a:xfrm>
            <a:off x="838200" y="365125"/>
            <a:ext cx="10515600" cy="1325563"/>
          </a:xfrm>
          <a:prstGeom prst="rect">
            <a:avLst/>
          </a:prstGeom>
        </p:spPr>
        <p:txBody>
          <a:bodyPr rtlCol="0"/>
          <a:lstStyle/>
          <a:p>
            <a:pPr rtl="0"/>
            <a:r>
              <a:rPr lang="es-ES" noProof="0"/>
              <a:t>Haga clic para modificar el estilo de título del patrón</a:t>
            </a:r>
            <a:endParaRPr lang="es-MX" noProof="0"/>
          </a:p>
        </p:txBody>
      </p:sp>
      <p:sp>
        <p:nvSpPr>
          <p:cNvPr id="3" name="Marcador de fecha 2">
            <a:extLst>
              <a:ext uri="{FF2B5EF4-FFF2-40B4-BE49-F238E27FC236}">
                <a16:creationId xmlns:a16="http://schemas.microsoft.com/office/drawing/2014/main" id="{4203A496-9194-4AF3-A700-304E648B30AF}"/>
              </a:ext>
            </a:extLst>
          </p:cNvPr>
          <p:cNvSpPr>
            <a:spLocks noGrp="1"/>
          </p:cNvSpPr>
          <p:nvPr>
            <p:ph type="dt" sz="half" idx="10"/>
          </p:nvPr>
        </p:nvSpPr>
        <p:spPr/>
        <p:txBody>
          <a:bodyPr rtlCol="0"/>
          <a:lstStyle/>
          <a:p>
            <a:pPr rtl="0"/>
            <a:fld id="{BF75BBF6-87F1-4259-ACE2-18F6CF7F572C}" type="datetime1">
              <a:rPr lang="es-MX" noProof="0" smtClean="0"/>
              <a:t>20/08/2025</a:t>
            </a:fld>
            <a:endParaRPr lang="es-MX" noProof="0"/>
          </a:p>
        </p:txBody>
      </p:sp>
      <p:sp>
        <p:nvSpPr>
          <p:cNvPr id="4" name="Marcador de pie de página 3">
            <a:extLst>
              <a:ext uri="{FF2B5EF4-FFF2-40B4-BE49-F238E27FC236}">
                <a16:creationId xmlns:a16="http://schemas.microsoft.com/office/drawing/2014/main" id="{5303CEB3-10DB-4C6B-B786-6EA61FEAF4ED}"/>
              </a:ext>
            </a:extLst>
          </p:cNvPr>
          <p:cNvSpPr>
            <a:spLocks noGrp="1"/>
          </p:cNvSpPr>
          <p:nvPr>
            <p:ph type="ftr" sz="quarter" idx="11"/>
          </p:nvPr>
        </p:nvSpPr>
        <p:spPr/>
        <p:txBody>
          <a:bodyPr rtlCol="0"/>
          <a:lstStyle/>
          <a:p>
            <a:pPr rtl="0"/>
            <a:endParaRPr lang="es-MX" noProof="0"/>
          </a:p>
        </p:txBody>
      </p:sp>
      <p:sp>
        <p:nvSpPr>
          <p:cNvPr id="5" name="Marcador de número de diapositiva 4">
            <a:extLst>
              <a:ext uri="{FF2B5EF4-FFF2-40B4-BE49-F238E27FC236}">
                <a16:creationId xmlns:a16="http://schemas.microsoft.com/office/drawing/2014/main" id="{E36A844B-2D32-4E86-8B10-61DBDBE59C29}"/>
              </a:ext>
            </a:extLst>
          </p:cNvPr>
          <p:cNvSpPr>
            <a:spLocks noGrp="1"/>
          </p:cNvSpPr>
          <p:nvPr>
            <p:ph type="sldNum" sz="quarter" idx="12"/>
          </p:nvPr>
        </p:nvSpPr>
        <p:spPr/>
        <p:txBody>
          <a:bodyPr rtlCol="0"/>
          <a:lstStyle/>
          <a:p>
            <a:pPr rtl="0"/>
            <a:fld id="{5F44216D-285E-4743-ADC0-F517FFC76697}" type="slidenum">
              <a:rPr lang="es-MX" noProof="0" smtClean="0"/>
              <a:t>‹Nº›</a:t>
            </a:fld>
            <a:endParaRPr lang="es-MX" noProof="0"/>
          </a:p>
        </p:txBody>
      </p:sp>
    </p:spTree>
    <p:extLst>
      <p:ext uri="{BB962C8B-B14F-4D97-AF65-F5344CB8AC3E}">
        <p14:creationId xmlns:p14="http://schemas.microsoft.com/office/powerpoint/2010/main" val="39837425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4121782B-EB6A-4988-856E-D6637A15B30A}"/>
              </a:ext>
            </a:extLst>
          </p:cNvPr>
          <p:cNvSpPr>
            <a:spLocks noGrp="1"/>
          </p:cNvSpPr>
          <p:nvPr>
            <p:ph type="dt" sz="half" idx="10"/>
          </p:nvPr>
        </p:nvSpPr>
        <p:spPr/>
        <p:txBody>
          <a:bodyPr rtlCol="0"/>
          <a:lstStyle/>
          <a:p>
            <a:pPr rtl="0"/>
            <a:fld id="{2D0193F4-B3A5-4614-9212-3A3F22F60B66}" type="datetime1">
              <a:rPr lang="es-MX" noProof="0" smtClean="0"/>
              <a:t>20/08/2025</a:t>
            </a:fld>
            <a:endParaRPr lang="es-MX" noProof="0"/>
          </a:p>
        </p:txBody>
      </p:sp>
      <p:sp>
        <p:nvSpPr>
          <p:cNvPr id="3" name="Marcador de pie de página 2">
            <a:extLst>
              <a:ext uri="{FF2B5EF4-FFF2-40B4-BE49-F238E27FC236}">
                <a16:creationId xmlns:a16="http://schemas.microsoft.com/office/drawing/2014/main" id="{161005B5-4499-443A-AEC7-4504692A5F99}"/>
              </a:ext>
            </a:extLst>
          </p:cNvPr>
          <p:cNvSpPr>
            <a:spLocks noGrp="1"/>
          </p:cNvSpPr>
          <p:nvPr>
            <p:ph type="ftr" sz="quarter" idx="11"/>
          </p:nvPr>
        </p:nvSpPr>
        <p:spPr/>
        <p:txBody>
          <a:bodyPr rtlCol="0"/>
          <a:lstStyle/>
          <a:p>
            <a:pPr rtl="0"/>
            <a:endParaRPr lang="es-MX" noProof="0"/>
          </a:p>
        </p:txBody>
      </p:sp>
      <p:sp>
        <p:nvSpPr>
          <p:cNvPr id="4" name="Marcador de número de diapositiva 3">
            <a:extLst>
              <a:ext uri="{FF2B5EF4-FFF2-40B4-BE49-F238E27FC236}">
                <a16:creationId xmlns:a16="http://schemas.microsoft.com/office/drawing/2014/main" id="{275E9E49-7000-42FC-9389-8FC847AA8505}"/>
              </a:ext>
            </a:extLst>
          </p:cNvPr>
          <p:cNvSpPr>
            <a:spLocks noGrp="1"/>
          </p:cNvSpPr>
          <p:nvPr>
            <p:ph type="sldNum" sz="quarter" idx="12"/>
          </p:nvPr>
        </p:nvSpPr>
        <p:spPr/>
        <p:txBody>
          <a:bodyPr rtlCol="0"/>
          <a:lstStyle/>
          <a:p>
            <a:pPr rtl="0"/>
            <a:fld id="{5F44216D-285E-4743-ADC0-F517FFC76697}" type="slidenum">
              <a:rPr lang="es-MX" noProof="0" smtClean="0"/>
              <a:t>‹Nº›</a:t>
            </a:fld>
            <a:endParaRPr lang="es-MX" noProof="0"/>
          </a:p>
        </p:txBody>
      </p:sp>
    </p:spTree>
    <p:extLst>
      <p:ext uri="{BB962C8B-B14F-4D97-AF65-F5344CB8AC3E}">
        <p14:creationId xmlns:p14="http://schemas.microsoft.com/office/powerpoint/2010/main" val="21830660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3EFE04-76D2-4EE9-82B4-6CF8BDAEF1A2}"/>
              </a:ext>
            </a:extLst>
          </p:cNvPr>
          <p:cNvSpPr>
            <a:spLocks noGrp="1"/>
          </p:cNvSpPr>
          <p:nvPr>
            <p:ph type="title"/>
          </p:nvPr>
        </p:nvSpPr>
        <p:spPr>
          <a:xfrm>
            <a:off x="839789" y="457200"/>
            <a:ext cx="3932237" cy="1600200"/>
          </a:xfrm>
          <a:prstGeom prst="rect">
            <a:avLst/>
          </a:prstGeom>
        </p:spPr>
        <p:txBody>
          <a:bodyPr rtlCol="0" anchor="b"/>
          <a:lstStyle>
            <a:lvl1pPr>
              <a:defRPr sz="3200"/>
            </a:lvl1pPr>
          </a:lstStyle>
          <a:p>
            <a:pPr rtl="0"/>
            <a:r>
              <a:rPr lang="es-ES" noProof="0"/>
              <a:t>Haga clic para modificar el estilo de título del patrón</a:t>
            </a:r>
            <a:endParaRPr lang="es-MX" noProof="0"/>
          </a:p>
        </p:txBody>
      </p:sp>
      <p:sp>
        <p:nvSpPr>
          <p:cNvPr id="3" name="Marcador de contenido 2">
            <a:extLst>
              <a:ext uri="{FF2B5EF4-FFF2-40B4-BE49-F238E27FC236}">
                <a16:creationId xmlns:a16="http://schemas.microsoft.com/office/drawing/2014/main" id="{6C0215A4-C64A-4FDE-8E67-809F9ECFC281}"/>
              </a:ext>
            </a:extLst>
          </p:cNvPr>
          <p:cNvSpPr>
            <a:spLocks noGrp="1"/>
          </p:cNvSpPr>
          <p:nvPr>
            <p:ph idx="1"/>
          </p:nvPr>
        </p:nvSpPr>
        <p:spPr>
          <a:xfrm>
            <a:off x="5183189" y="987426"/>
            <a:ext cx="6172200" cy="4873625"/>
          </a:xfrm>
          <a:prstGeom prst="rect">
            <a:avLst/>
          </a:prstGeom>
        </p:spPr>
        <p:txBody>
          <a:bodyPr rtlCol="0"/>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MX" noProof="0"/>
          </a:p>
        </p:txBody>
      </p:sp>
      <p:sp>
        <p:nvSpPr>
          <p:cNvPr id="4" name="Marcador de texto 3">
            <a:extLst>
              <a:ext uri="{FF2B5EF4-FFF2-40B4-BE49-F238E27FC236}">
                <a16:creationId xmlns:a16="http://schemas.microsoft.com/office/drawing/2014/main" id="{30899654-FEE0-4F7C-9F7E-E61364191555}"/>
              </a:ext>
            </a:extLst>
          </p:cNvPr>
          <p:cNvSpPr>
            <a:spLocks noGrp="1"/>
          </p:cNvSpPr>
          <p:nvPr>
            <p:ph type="body" sz="half" idx="2"/>
          </p:nvPr>
        </p:nvSpPr>
        <p:spPr>
          <a:xfrm>
            <a:off x="839789" y="2057401"/>
            <a:ext cx="3932237" cy="3811588"/>
          </a:xfrm>
          <a:prstGeom prst="rect">
            <a:avLst/>
          </a:prstGeom>
        </p:spPr>
        <p:txBody>
          <a:bodyPr rtlCol="0"/>
          <a:lstStyle>
            <a:lvl1pPr marL="0" indent="0">
              <a:buNone/>
              <a:defRPr sz="1600"/>
            </a:lvl1pPr>
            <a:lvl2pPr marL="457196" indent="0">
              <a:buNone/>
              <a:defRPr sz="1400"/>
            </a:lvl2pPr>
            <a:lvl3pPr marL="914391" indent="0">
              <a:buNone/>
              <a:defRPr sz="1200"/>
            </a:lvl3pPr>
            <a:lvl4pPr marL="1371587" indent="0">
              <a:buNone/>
              <a:defRPr sz="1000"/>
            </a:lvl4pPr>
            <a:lvl5pPr marL="1828783" indent="0">
              <a:buNone/>
              <a:defRPr sz="1000"/>
            </a:lvl5pPr>
            <a:lvl6pPr marL="2285978" indent="0">
              <a:buNone/>
              <a:defRPr sz="1000"/>
            </a:lvl6pPr>
            <a:lvl7pPr marL="2743174" indent="0">
              <a:buNone/>
              <a:defRPr sz="1000"/>
            </a:lvl7pPr>
            <a:lvl8pPr marL="3200370" indent="0">
              <a:buNone/>
              <a:defRPr sz="1000"/>
            </a:lvl8pPr>
            <a:lvl9pPr marL="3657565" indent="0">
              <a:buNone/>
              <a:defRPr sz="1000"/>
            </a:lvl9pPr>
          </a:lstStyle>
          <a:p>
            <a:pPr lvl="0" rtl="0"/>
            <a:r>
              <a:rPr lang="es-ES" noProof="0"/>
              <a:t>Haga clic para modificar los estilos de texto del patrón</a:t>
            </a:r>
          </a:p>
        </p:txBody>
      </p:sp>
      <p:sp>
        <p:nvSpPr>
          <p:cNvPr id="5" name="Marcador de fecha 4">
            <a:extLst>
              <a:ext uri="{FF2B5EF4-FFF2-40B4-BE49-F238E27FC236}">
                <a16:creationId xmlns:a16="http://schemas.microsoft.com/office/drawing/2014/main" id="{610672D7-560C-46F5-B38A-5864AF61BD82}"/>
              </a:ext>
            </a:extLst>
          </p:cNvPr>
          <p:cNvSpPr>
            <a:spLocks noGrp="1"/>
          </p:cNvSpPr>
          <p:nvPr>
            <p:ph type="dt" sz="half" idx="10"/>
          </p:nvPr>
        </p:nvSpPr>
        <p:spPr/>
        <p:txBody>
          <a:bodyPr rtlCol="0"/>
          <a:lstStyle/>
          <a:p>
            <a:pPr rtl="0"/>
            <a:fld id="{DB93246C-3CD3-489B-86D0-90FB76E7C5ED}" type="datetime1">
              <a:rPr lang="es-MX" noProof="0" smtClean="0"/>
              <a:t>20/08/2025</a:t>
            </a:fld>
            <a:endParaRPr lang="es-MX" noProof="0"/>
          </a:p>
        </p:txBody>
      </p:sp>
      <p:sp>
        <p:nvSpPr>
          <p:cNvPr id="6" name="Marcador de posición de pie de página 5">
            <a:extLst>
              <a:ext uri="{FF2B5EF4-FFF2-40B4-BE49-F238E27FC236}">
                <a16:creationId xmlns:a16="http://schemas.microsoft.com/office/drawing/2014/main" id="{83333971-AB39-461C-BCDD-6F82E9DF4F5D}"/>
              </a:ext>
            </a:extLst>
          </p:cNvPr>
          <p:cNvSpPr>
            <a:spLocks noGrp="1"/>
          </p:cNvSpPr>
          <p:nvPr>
            <p:ph type="ftr" sz="quarter" idx="11"/>
          </p:nvPr>
        </p:nvSpPr>
        <p:spPr/>
        <p:txBody>
          <a:bodyPr rtlCol="0"/>
          <a:lstStyle/>
          <a:p>
            <a:pPr rtl="0"/>
            <a:endParaRPr lang="es-MX" noProof="0"/>
          </a:p>
        </p:txBody>
      </p:sp>
      <p:sp>
        <p:nvSpPr>
          <p:cNvPr id="7" name="Marcador de número de diapositiva 6">
            <a:extLst>
              <a:ext uri="{FF2B5EF4-FFF2-40B4-BE49-F238E27FC236}">
                <a16:creationId xmlns:a16="http://schemas.microsoft.com/office/drawing/2014/main" id="{B7E7803C-62B5-41B0-9BE1-73F066620140}"/>
              </a:ext>
            </a:extLst>
          </p:cNvPr>
          <p:cNvSpPr>
            <a:spLocks noGrp="1"/>
          </p:cNvSpPr>
          <p:nvPr>
            <p:ph type="sldNum" sz="quarter" idx="12"/>
          </p:nvPr>
        </p:nvSpPr>
        <p:spPr/>
        <p:txBody>
          <a:bodyPr rtlCol="0"/>
          <a:lstStyle/>
          <a:p>
            <a:pPr rtl="0"/>
            <a:fld id="{5F44216D-285E-4743-ADC0-F517FFC76697}" type="slidenum">
              <a:rPr lang="es-MX" noProof="0" smtClean="0"/>
              <a:t>‹Nº›</a:t>
            </a:fld>
            <a:endParaRPr lang="es-MX" noProof="0"/>
          </a:p>
        </p:txBody>
      </p:sp>
    </p:spTree>
    <p:extLst>
      <p:ext uri="{BB962C8B-B14F-4D97-AF65-F5344CB8AC3E}">
        <p14:creationId xmlns:p14="http://schemas.microsoft.com/office/powerpoint/2010/main" val="26308357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ley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77523E-938F-438E-ACC4-357650D6A3F1}"/>
              </a:ext>
            </a:extLst>
          </p:cNvPr>
          <p:cNvSpPr>
            <a:spLocks noGrp="1"/>
          </p:cNvSpPr>
          <p:nvPr>
            <p:ph type="title"/>
          </p:nvPr>
        </p:nvSpPr>
        <p:spPr>
          <a:xfrm>
            <a:off x="839789" y="457200"/>
            <a:ext cx="3932237" cy="1600200"/>
          </a:xfrm>
          <a:prstGeom prst="rect">
            <a:avLst/>
          </a:prstGeom>
        </p:spPr>
        <p:txBody>
          <a:bodyPr rtlCol="0" anchor="b"/>
          <a:lstStyle>
            <a:lvl1pPr>
              <a:defRPr sz="3200"/>
            </a:lvl1pPr>
          </a:lstStyle>
          <a:p>
            <a:pPr rtl="0"/>
            <a:r>
              <a:rPr lang="es-ES" noProof="0"/>
              <a:t>Haga clic para modificar el estilo de título del patrón</a:t>
            </a:r>
            <a:endParaRPr lang="es-MX" noProof="0"/>
          </a:p>
        </p:txBody>
      </p:sp>
      <p:sp>
        <p:nvSpPr>
          <p:cNvPr id="3" name="Marcador de posición de imagen 2">
            <a:extLst>
              <a:ext uri="{FF2B5EF4-FFF2-40B4-BE49-F238E27FC236}">
                <a16:creationId xmlns:a16="http://schemas.microsoft.com/office/drawing/2014/main" id="{CFC72DA9-4F67-4E76-B94A-2A066F0CC926}"/>
              </a:ext>
            </a:extLst>
          </p:cNvPr>
          <p:cNvSpPr>
            <a:spLocks noGrp="1"/>
          </p:cNvSpPr>
          <p:nvPr>
            <p:ph type="pic" idx="1"/>
          </p:nvPr>
        </p:nvSpPr>
        <p:spPr>
          <a:xfrm>
            <a:off x="5183189" y="987426"/>
            <a:ext cx="6172200" cy="4873625"/>
          </a:xfrm>
          <a:prstGeom prst="rect">
            <a:avLst/>
          </a:prstGeom>
        </p:spPr>
        <p:txBody>
          <a:bodyPr rtlCol="0"/>
          <a:lstStyle>
            <a:lvl1pPr marL="0" indent="0">
              <a:buNone/>
              <a:defRPr sz="3200"/>
            </a:lvl1pPr>
            <a:lvl2pPr marL="457196" indent="0">
              <a:buNone/>
              <a:defRPr sz="2800"/>
            </a:lvl2pPr>
            <a:lvl3pPr marL="914391" indent="0">
              <a:buNone/>
              <a:defRPr sz="2400"/>
            </a:lvl3pPr>
            <a:lvl4pPr marL="1371587" indent="0">
              <a:buNone/>
              <a:defRPr sz="2000"/>
            </a:lvl4pPr>
            <a:lvl5pPr marL="1828783" indent="0">
              <a:buNone/>
              <a:defRPr sz="2000"/>
            </a:lvl5pPr>
            <a:lvl6pPr marL="2285978" indent="0">
              <a:buNone/>
              <a:defRPr sz="2000"/>
            </a:lvl6pPr>
            <a:lvl7pPr marL="2743174" indent="0">
              <a:buNone/>
              <a:defRPr sz="2000"/>
            </a:lvl7pPr>
            <a:lvl8pPr marL="3200370" indent="0">
              <a:buNone/>
              <a:defRPr sz="2000"/>
            </a:lvl8pPr>
            <a:lvl9pPr marL="3657565" indent="0">
              <a:buNone/>
              <a:defRPr sz="2000"/>
            </a:lvl9pPr>
          </a:lstStyle>
          <a:p>
            <a:pPr rtl="0"/>
            <a:r>
              <a:rPr lang="es-ES" noProof="0"/>
              <a:t>Haga clic en el icono para agregar una imagen</a:t>
            </a:r>
            <a:endParaRPr lang="es-MX" noProof="0"/>
          </a:p>
        </p:txBody>
      </p:sp>
      <p:sp>
        <p:nvSpPr>
          <p:cNvPr id="4" name="Marcador de texto 3">
            <a:extLst>
              <a:ext uri="{FF2B5EF4-FFF2-40B4-BE49-F238E27FC236}">
                <a16:creationId xmlns:a16="http://schemas.microsoft.com/office/drawing/2014/main" id="{76E2FDD4-868B-425C-9784-E80DB7C0150E}"/>
              </a:ext>
            </a:extLst>
          </p:cNvPr>
          <p:cNvSpPr>
            <a:spLocks noGrp="1"/>
          </p:cNvSpPr>
          <p:nvPr>
            <p:ph type="body" sz="half" idx="2"/>
          </p:nvPr>
        </p:nvSpPr>
        <p:spPr>
          <a:xfrm>
            <a:off x="839789" y="2057401"/>
            <a:ext cx="3932237" cy="3811588"/>
          </a:xfrm>
          <a:prstGeom prst="rect">
            <a:avLst/>
          </a:prstGeom>
        </p:spPr>
        <p:txBody>
          <a:bodyPr rtlCol="0"/>
          <a:lstStyle>
            <a:lvl1pPr marL="0" indent="0">
              <a:buNone/>
              <a:defRPr sz="1600"/>
            </a:lvl1pPr>
            <a:lvl2pPr marL="457196" indent="0">
              <a:buNone/>
              <a:defRPr sz="1400"/>
            </a:lvl2pPr>
            <a:lvl3pPr marL="914391" indent="0">
              <a:buNone/>
              <a:defRPr sz="1200"/>
            </a:lvl3pPr>
            <a:lvl4pPr marL="1371587" indent="0">
              <a:buNone/>
              <a:defRPr sz="1000"/>
            </a:lvl4pPr>
            <a:lvl5pPr marL="1828783" indent="0">
              <a:buNone/>
              <a:defRPr sz="1000"/>
            </a:lvl5pPr>
            <a:lvl6pPr marL="2285978" indent="0">
              <a:buNone/>
              <a:defRPr sz="1000"/>
            </a:lvl6pPr>
            <a:lvl7pPr marL="2743174" indent="0">
              <a:buNone/>
              <a:defRPr sz="1000"/>
            </a:lvl7pPr>
            <a:lvl8pPr marL="3200370" indent="0">
              <a:buNone/>
              <a:defRPr sz="1000"/>
            </a:lvl8pPr>
            <a:lvl9pPr marL="3657565" indent="0">
              <a:buNone/>
              <a:defRPr sz="1000"/>
            </a:lvl9pPr>
          </a:lstStyle>
          <a:p>
            <a:pPr lvl="0" rtl="0"/>
            <a:r>
              <a:rPr lang="es-ES" noProof="0"/>
              <a:t>Haga clic para modificar los estilos de texto del patrón</a:t>
            </a:r>
          </a:p>
        </p:txBody>
      </p:sp>
      <p:sp>
        <p:nvSpPr>
          <p:cNvPr id="5" name="Marcador de fecha 4">
            <a:extLst>
              <a:ext uri="{FF2B5EF4-FFF2-40B4-BE49-F238E27FC236}">
                <a16:creationId xmlns:a16="http://schemas.microsoft.com/office/drawing/2014/main" id="{D7853192-BC34-458B-84D8-10413109E1AF}"/>
              </a:ext>
            </a:extLst>
          </p:cNvPr>
          <p:cNvSpPr>
            <a:spLocks noGrp="1"/>
          </p:cNvSpPr>
          <p:nvPr>
            <p:ph type="dt" sz="half" idx="10"/>
          </p:nvPr>
        </p:nvSpPr>
        <p:spPr/>
        <p:txBody>
          <a:bodyPr rtlCol="0"/>
          <a:lstStyle/>
          <a:p>
            <a:pPr rtl="0"/>
            <a:fld id="{28B4A694-2858-4143-8702-54EF74EB0EFF}" type="datetime1">
              <a:rPr lang="es-MX" noProof="0" smtClean="0"/>
              <a:t>20/08/2025</a:t>
            </a:fld>
            <a:endParaRPr lang="es-MX" noProof="0"/>
          </a:p>
        </p:txBody>
      </p:sp>
      <p:sp>
        <p:nvSpPr>
          <p:cNvPr id="6" name="Marcador de posición de pie de página 5">
            <a:extLst>
              <a:ext uri="{FF2B5EF4-FFF2-40B4-BE49-F238E27FC236}">
                <a16:creationId xmlns:a16="http://schemas.microsoft.com/office/drawing/2014/main" id="{AC4140DD-DF78-4ACA-994A-2C80E820B3C8}"/>
              </a:ext>
            </a:extLst>
          </p:cNvPr>
          <p:cNvSpPr>
            <a:spLocks noGrp="1"/>
          </p:cNvSpPr>
          <p:nvPr>
            <p:ph type="ftr" sz="quarter" idx="11"/>
          </p:nvPr>
        </p:nvSpPr>
        <p:spPr/>
        <p:txBody>
          <a:bodyPr rtlCol="0"/>
          <a:lstStyle/>
          <a:p>
            <a:pPr rtl="0"/>
            <a:endParaRPr lang="es-MX" noProof="0"/>
          </a:p>
        </p:txBody>
      </p:sp>
      <p:sp>
        <p:nvSpPr>
          <p:cNvPr id="7" name="Marcador de número de diapositiva 6">
            <a:extLst>
              <a:ext uri="{FF2B5EF4-FFF2-40B4-BE49-F238E27FC236}">
                <a16:creationId xmlns:a16="http://schemas.microsoft.com/office/drawing/2014/main" id="{5B255A00-460B-4060-8FC4-6AE015CD05AA}"/>
              </a:ext>
            </a:extLst>
          </p:cNvPr>
          <p:cNvSpPr>
            <a:spLocks noGrp="1"/>
          </p:cNvSpPr>
          <p:nvPr>
            <p:ph type="sldNum" sz="quarter" idx="12"/>
          </p:nvPr>
        </p:nvSpPr>
        <p:spPr/>
        <p:txBody>
          <a:bodyPr rtlCol="0"/>
          <a:lstStyle/>
          <a:p>
            <a:pPr rtl="0"/>
            <a:fld id="{5F44216D-285E-4743-ADC0-F517FFC76697}" type="slidenum">
              <a:rPr lang="es-MX" noProof="0" smtClean="0"/>
              <a:t>‹Nº›</a:t>
            </a:fld>
            <a:endParaRPr lang="es-MX" noProof="0"/>
          </a:p>
        </p:txBody>
      </p:sp>
    </p:spTree>
    <p:extLst>
      <p:ext uri="{BB962C8B-B14F-4D97-AF65-F5344CB8AC3E}">
        <p14:creationId xmlns:p14="http://schemas.microsoft.com/office/powerpoint/2010/main" val="41427866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E289423-CD2E-4FE4-A0A5-BF1DF9A8B222}"/>
              </a:ext>
            </a:extLst>
          </p:cNvPr>
          <p:cNvSpPr>
            <a:spLocks noGrp="1"/>
          </p:cNvSpPr>
          <p:nvPr>
            <p:ph type="title"/>
          </p:nvPr>
        </p:nvSpPr>
        <p:spPr>
          <a:xfrm>
            <a:off x="838200" y="365125"/>
            <a:ext cx="10515600" cy="1325563"/>
          </a:xfrm>
          <a:prstGeom prst="rect">
            <a:avLst/>
          </a:prstGeom>
        </p:spPr>
        <p:txBody>
          <a:bodyPr rtlCol="0"/>
          <a:lstStyle/>
          <a:p>
            <a:pPr rtl="0"/>
            <a:r>
              <a:rPr lang="es-ES" noProof="0"/>
              <a:t>Haga clic para modificar el estilo de título del patrón</a:t>
            </a:r>
            <a:endParaRPr lang="es-MX" noProof="0"/>
          </a:p>
        </p:txBody>
      </p:sp>
      <p:sp>
        <p:nvSpPr>
          <p:cNvPr id="3" name="Marcador de posición de texto vertical 2">
            <a:extLst>
              <a:ext uri="{FF2B5EF4-FFF2-40B4-BE49-F238E27FC236}">
                <a16:creationId xmlns:a16="http://schemas.microsoft.com/office/drawing/2014/main" id="{FD721021-E600-4985-9CB7-C91662580291}"/>
              </a:ext>
            </a:extLst>
          </p:cNvPr>
          <p:cNvSpPr>
            <a:spLocks noGrp="1"/>
          </p:cNvSpPr>
          <p:nvPr>
            <p:ph type="body" orient="vert" idx="1"/>
          </p:nvPr>
        </p:nvSpPr>
        <p:spPr>
          <a:xfrm>
            <a:off x="838200" y="1825625"/>
            <a:ext cx="10515600" cy="4351338"/>
          </a:xfrm>
          <a:prstGeom prst="rect">
            <a:avLst/>
          </a:prstGeom>
        </p:spPr>
        <p:txBody>
          <a:bodyPr vert="eaVert" rtlCol="0"/>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MX" noProof="0"/>
          </a:p>
        </p:txBody>
      </p:sp>
      <p:sp>
        <p:nvSpPr>
          <p:cNvPr id="4" name="Marcador de fecha 3">
            <a:extLst>
              <a:ext uri="{FF2B5EF4-FFF2-40B4-BE49-F238E27FC236}">
                <a16:creationId xmlns:a16="http://schemas.microsoft.com/office/drawing/2014/main" id="{3CBF65E1-9312-40C9-B537-2EF2373A3D58}"/>
              </a:ext>
            </a:extLst>
          </p:cNvPr>
          <p:cNvSpPr>
            <a:spLocks noGrp="1"/>
          </p:cNvSpPr>
          <p:nvPr>
            <p:ph type="dt" sz="half" idx="10"/>
          </p:nvPr>
        </p:nvSpPr>
        <p:spPr/>
        <p:txBody>
          <a:bodyPr rtlCol="0"/>
          <a:lstStyle/>
          <a:p>
            <a:pPr rtl="0"/>
            <a:fld id="{9A1095BD-2D6F-4C94-B78D-4BA24B78BE5F}" type="datetime1">
              <a:rPr lang="es-MX" noProof="0" smtClean="0"/>
              <a:t>20/08/2025</a:t>
            </a:fld>
            <a:endParaRPr lang="es-MX" noProof="0"/>
          </a:p>
        </p:txBody>
      </p:sp>
      <p:sp>
        <p:nvSpPr>
          <p:cNvPr id="5" name="Marcador de pie de página 4">
            <a:extLst>
              <a:ext uri="{FF2B5EF4-FFF2-40B4-BE49-F238E27FC236}">
                <a16:creationId xmlns:a16="http://schemas.microsoft.com/office/drawing/2014/main" id="{9727D5D2-711E-4128-B02F-A2F5F3B7B68D}"/>
              </a:ext>
            </a:extLst>
          </p:cNvPr>
          <p:cNvSpPr>
            <a:spLocks noGrp="1"/>
          </p:cNvSpPr>
          <p:nvPr>
            <p:ph type="ftr" sz="quarter" idx="11"/>
          </p:nvPr>
        </p:nvSpPr>
        <p:spPr/>
        <p:txBody>
          <a:bodyPr rtlCol="0"/>
          <a:lstStyle/>
          <a:p>
            <a:pPr rtl="0"/>
            <a:endParaRPr lang="es-MX" noProof="0"/>
          </a:p>
        </p:txBody>
      </p:sp>
      <p:sp>
        <p:nvSpPr>
          <p:cNvPr id="6" name="Marcador de número de diapositiva 5">
            <a:extLst>
              <a:ext uri="{FF2B5EF4-FFF2-40B4-BE49-F238E27FC236}">
                <a16:creationId xmlns:a16="http://schemas.microsoft.com/office/drawing/2014/main" id="{FA8A264A-3B0E-4789-8D33-E3B8BB427F16}"/>
              </a:ext>
            </a:extLst>
          </p:cNvPr>
          <p:cNvSpPr>
            <a:spLocks noGrp="1"/>
          </p:cNvSpPr>
          <p:nvPr>
            <p:ph type="sldNum" sz="quarter" idx="12"/>
          </p:nvPr>
        </p:nvSpPr>
        <p:spPr/>
        <p:txBody>
          <a:bodyPr rtlCol="0"/>
          <a:lstStyle/>
          <a:p>
            <a:pPr rtl="0"/>
            <a:fld id="{5F44216D-285E-4743-ADC0-F517FFC76697}" type="slidenum">
              <a:rPr lang="es-MX" noProof="0" smtClean="0"/>
              <a:t>‹Nº›</a:t>
            </a:fld>
            <a:endParaRPr lang="es-MX" noProof="0"/>
          </a:p>
        </p:txBody>
      </p:sp>
    </p:spTree>
    <p:extLst>
      <p:ext uri="{BB962C8B-B14F-4D97-AF65-F5344CB8AC3E}">
        <p14:creationId xmlns:p14="http://schemas.microsoft.com/office/powerpoint/2010/main" val="5670668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475CD398-88C4-4D5A-B800-66982108964E}"/>
              </a:ext>
            </a:extLst>
          </p:cNvPr>
          <p:cNvSpPr>
            <a:spLocks noGrp="1"/>
          </p:cNvSpPr>
          <p:nvPr>
            <p:ph type="title" orient="vert"/>
          </p:nvPr>
        </p:nvSpPr>
        <p:spPr>
          <a:xfrm>
            <a:off x="8724900" y="365125"/>
            <a:ext cx="2628900" cy="5811838"/>
          </a:xfrm>
          <a:prstGeom prst="rect">
            <a:avLst/>
          </a:prstGeom>
        </p:spPr>
        <p:txBody>
          <a:bodyPr vert="eaVert" rtlCol="0"/>
          <a:lstStyle/>
          <a:p>
            <a:pPr rtl="0"/>
            <a:r>
              <a:rPr lang="es-ES" noProof="0"/>
              <a:t>Haga clic para modificar el estilo de título del patrón</a:t>
            </a:r>
            <a:endParaRPr lang="es-MX" noProof="0"/>
          </a:p>
        </p:txBody>
      </p:sp>
      <p:sp>
        <p:nvSpPr>
          <p:cNvPr id="3" name="Marcador de posición de texto vertical 2">
            <a:extLst>
              <a:ext uri="{FF2B5EF4-FFF2-40B4-BE49-F238E27FC236}">
                <a16:creationId xmlns:a16="http://schemas.microsoft.com/office/drawing/2014/main" id="{CA0AE657-6D14-4EC6-AF23-3733CA7ECAF9}"/>
              </a:ext>
            </a:extLst>
          </p:cNvPr>
          <p:cNvSpPr>
            <a:spLocks noGrp="1"/>
          </p:cNvSpPr>
          <p:nvPr>
            <p:ph type="body" orient="vert" idx="1"/>
          </p:nvPr>
        </p:nvSpPr>
        <p:spPr>
          <a:xfrm>
            <a:off x="838200" y="365125"/>
            <a:ext cx="7734300" cy="5811838"/>
          </a:xfrm>
          <a:prstGeom prst="rect">
            <a:avLst/>
          </a:prstGeom>
        </p:spPr>
        <p:txBody>
          <a:bodyPr vert="eaVert" rtlCol="0"/>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MX" noProof="0"/>
          </a:p>
        </p:txBody>
      </p:sp>
      <p:sp>
        <p:nvSpPr>
          <p:cNvPr id="4" name="Marcador de fecha 3">
            <a:extLst>
              <a:ext uri="{FF2B5EF4-FFF2-40B4-BE49-F238E27FC236}">
                <a16:creationId xmlns:a16="http://schemas.microsoft.com/office/drawing/2014/main" id="{5C013624-5ED1-471D-B870-97A863791322}"/>
              </a:ext>
            </a:extLst>
          </p:cNvPr>
          <p:cNvSpPr>
            <a:spLocks noGrp="1"/>
          </p:cNvSpPr>
          <p:nvPr>
            <p:ph type="dt" sz="half" idx="10"/>
          </p:nvPr>
        </p:nvSpPr>
        <p:spPr/>
        <p:txBody>
          <a:bodyPr rtlCol="0"/>
          <a:lstStyle/>
          <a:p>
            <a:pPr rtl="0"/>
            <a:fld id="{93A3F6A2-DF51-4D55-B5E3-408D4E3D00E8}" type="datetime1">
              <a:rPr lang="es-MX" noProof="0" smtClean="0"/>
              <a:t>20/08/2025</a:t>
            </a:fld>
            <a:endParaRPr lang="es-MX" noProof="0"/>
          </a:p>
        </p:txBody>
      </p:sp>
      <p:sp>
        <p:nvSpPr>
          <p:cNvPr id="5" name="Marcador de pie de página 4">
            <a:extLst>
              <a:ext uri="{FF2B5EF4-FFF2-40B4-BE49-F238E27FC236}">
                <a16:creationId xmlns:a16="http://schemas.microsoft.com/office/drawing/2014/main" id="{B3A089F5-C44A-423E-A411-0170507EB571}"/>
              </a:ext>
            </a:extLst>
          </p:cNvPr>
          <p:cNvSpPr>
            <a:spLocks noGrp="1"/>
          </p:cNvSpPr>
          <p:nvPr>
            <p:ph type="ftr" sz="quarter" idx="11"/>
          </p:nvPr>
        </p:nvSpPr>
        <p:spPr/>
        <p:txBody>
          <a:bodyPr rtlCol="0"/>
          <a:lstStyle/>
          <a:p>
            <a:pPr rtl="0"/>
            <a:endParaRPr lang="es-MX" noProof="0"/>
          </a:p>
        </p:txBody>
      </p:sp>
      <p:sp>
        <p:nvSpPr>
          <p:cNvPr id="6" name="Marcador de número de diapositiva 5">
            <a:extLst>
              <a:ext uri="{FF2B5EF4-FFF2-40B4-BE49-F238E27FC236}">
                <a16:creationId xmlns:a16="http://schemas.microsoft.com/office/drawing/2014/main" id="{FEA2F323-E5A0-4612-B41A-6BBC2FFFEB2E}"/>
              </a:ext>
            </a:extLst>
          </p:cNvPr>
          <p:cNvSpPr>
            <a:spLocks noGrp="1"/>
          </p:cNvSpPr>
          <p:nvPr>
            <p:ph type="sldNum" sz="quarter" idx="12"/>
          </p:nvPr>
        </p:nvSpPr>
        <p:spPr/>
        <p:txBody>
          <a:bodyPr rtlCol="0"/>
          <a:lstStyle/>
          <a:p>
            <a:pPr rtl="0"/>
            <a:fld id="{5F44216D-285E-4743-ADC0-F517FFC76697}" type="slidenum">
              <a:rPr lang="es-MX" noProof="0" smtClean="0"/>
              <a:t>‹Nº›</a:t>
            </a:fld>
            <a:endParaRPr lang="es-MX" noProof="0"/>
          </a:p>
        </p:txBody>
      </p:sp>
    </p:spTree>
    <p:extLst>
      <p:ext uri="{BB962C8B-B14F-4D97-AF65-F5344CB8AC3E}">
        <p14:creationId xmlns:p14="http://schemas.microsoft.com/office/powerpoint/2010/main" val="11562361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8/20/2025</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3667243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7738DD69-FB8A-4188-BFE4-CBF509E5E18D}"/>
              </a:ext>
            </a:extLst>
          </p:cNvPr>
          <p:cNvSpPr>
            <a:spLocks noGrp="1"/>
          </p:cNvSpPr>
          <p:nvPr>
            <p:ph type="title"/>
          </p:nvPr>
        </p:nvSpPr>
        <p:spPr>
          <a:xfrm>
            <a:off x="838200" y="371262"/>
            <a:ext cx="10515600" cy="1325563"/>
          </a:xfrm>
          <a:prstGeom prst="rect">
            <a:avLst/>
          </a:prstGeom>
        </p:spPr>
        <p:txBody>
          <a:bodyPr vert="horz" lIns="91440" tIns="45720" rIns="91440" bIns="45720" rtlCol="0" anchor="ctr">
            <a:normAutofit/>
          </a:bodyPr>
          <a:lstStyle/>
          <a:p>
            <a:pPr rtl="0"/>
            <a:r>
              <a:rPr lang="es-MX" noProof="0"/>
              <a:t>Haga clic para modificar el estilo de título del patrón</a:t>
            </a:r>
          </a:p>
        </p:txBody>
      </p:sp>
      <p:sp>
        <p:nvSpPr>
          <p:cNvPr id="3" name="Marcador de texto 2">
            <a:extLst>
              <a:ext uri="{FF2B5EF4-FFF2-40B4-BE49-F238E27FC236}">
                <a16:creationId xmlns:a16="http://schemas.microsoft.com/office/drawing/2014/main" id="{F7815C50-137C-4155-8543-556E7E213FCF}"/>
              </a:ext>
            </a:extLst>
          </p:cNvPr>
          <p:cNvSpPr>
            <a:spLocks noGrp="1"/>
          </p:cNvSpPr>
          <p:nvPr>
            <p:ph type="body" idx="1"/>
          </p:nvPr>
        </p:nvSpPr>
        <p:spPr>
          <a:xfrm>
            <a:off x="838200" y="1831762"/>
            <a:ext cx="10515600" cy="4351338"/>
          </a:xfrm>
          <a:prstGeom prst="rect">
            <a:avLst/>
          </a:prstGeom>
        </p:spPr>
        <p:txBody>
          <a:bodyPr vert="horz" lIns="91440" tIns="45720" rIns="91440" bIns="45720" rtlCol="0">
            <a:normAutofit/>
          </a:bodyPr>
          <a:lstStyle/>
          <a:p>
            <a:pPr lvl="0" rtl="0"/>
            <a:r>
              <a:rPr lang="es-MX" noProof="0"/>
              <a:t>Haga clic para modificar los estilos de texto del patrón</a:t>
            </a:r>
          </a:p>
          <a:p>
            <a:pPr lvl="1" rtl="0"/>
            <a:r>
              <a:rPr lang="es-MX" noProof="0"/>
              <a:t>Segundo nivel</a:t>
            </a:r>
          </a:p>
          <a:p>
            <a:pPr lvl="2" rtl="0"/>
            <a:r>
              <a:rPr lang="es-MX" noProof="0"/>
              <a:t>Tercer nivel</a:t>
            </a:r>
          </a:p>
          <a:p>
            <a:pPr lvl="3" rtl="0"/>
            <a:r>
              <a:rPr lang="es-MX" noProof="0"/>
              <a:t>Cuarto nivel</a:t>
            </a:r>
          </a:p>
          <a:p>
            <a:pPr lvl="4" rtl="0"/>
            <a:r>
              <a:rPr lang="es-MX" noProof="0"/>
              <a:t>Quinto nivel</a:t>
            </a:r>
          </a:p>
        </p:txBody>
      </p:sp>
      <p:sp>
        <p:nvSpPr>
          <p:cNvPr id="4" name="Marcador de fecha 3">
            <a:extLst>
              <a:ext uri="{FF2B5EF4-FFF2-40B4-BE49-F238E27FC236}">
                <a16:creationId xmlns:a16="http://schemas.microsoft.com/office/drawing/2014/main" id="{49C6A1DE-66DD-40F1-896C-01B693106E56}"/>
              </a:ext>
            </a:extLst>
          </p:cNvPr>
          <p:cNvSpPr>
            <a:spLocks noGrp="1"/>
          </p:cNvSpPr>
          <p:nvPr>
            <p:ph type="dt" sz="half" idx="2"/>
          </p:nvPr>
        </p:nvSpPr>
        <p:spPr>
          <a:xfrm>
            <a:off x="838200" y="6362488"/>
            <a:ext cx="2743201"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rtl="0"/>
            <a:fld id="{6D7440A9-06B7-4A73-9E19-B3D9CAB48B8D}" type="datetime1">
              <a:rPr lang="es-MX" noProof="0" smtClean="0"/>
              <a:t>20/08/2025</a:t>
            </a:fld>
            <a:endParaRPr lang="es-MX" noProof="0"/>
          </a:p>
        </p:txBody>
      </p:sp>
      <p:sp>
        <p:nvSpPr>
          <p:cNvPr id="5" name="Marcador de pie de página 4">
            <a:extLst>
              <a:ext uri="{FF2B5EF4-FFF2-40B4-BE49-F238E27FC236}">
                <a16:creationId xmlns:a16="http://schemas.microsoft.com/office/drawing/2014/main" id="{E07912B1-2F8B-49C2-9253-FDAAEF5D9451}"/>
              </a:ext>
            </a:extLst>
          </p:cNvPr>
          <p:cNvSpPr>
            <a:spLocks noGrp="1"/>
          </p:cNvSpPr>
          <p:nvPr>
            <p:ph type="ftr" sz="quarter" idx="3"/>
          </p:nvPr>
        </p:nvSpPr>
        <p:spPr>
          <a:xfrm>
            <a:off x="4038600" y="6362488"/>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rtl="0"/>
            <a:endParaRPr lang="es-MX" noProof="0"/>
          </a:p>
        </p:txBody>
      </p:sp>
      <p:sp>
        <p:nvSpPr>
          <p:cNvPr id="6" name="Marcador de número de diapositiva 5">
            <a:extLst>
              <a:ext uri="{FF2B5EF4-FFF2-40B4-BE49-F238E27FC236}">
                <a16:creationId xmlns:a16="http://schemas.microsoft.com/office/drawing/2014/main" id="{4743CF23-BB91-472C-8560-11C5F5282E38}"/>
              </a:ext>
            </a:extLst>
          </p:cNvPr>
          <p:cNvSpPr>
            <a:spLocks noGrp="1"/>
          </p:cNvSpPr>
          <p:nvPr>
            <p:ph type="sldNum" sz="quarter" idx="4"/>
          </p:nvPr>
        </p:nvSpPr>
        <p:spPr>
          <a:xfrm>
            <a:off x="8610600" y="6362488"/>
            <a:ext cx="2743201"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rtl="0"/>
            <a:fld id="{5F44216D-285E-4743-ADC0-F517FFC76697}" type="slidenum">
              <a:rPr lang="es-MX" noProof="0" smtClean="0"/>
              <a:t>‹Nº›</a:t>
            </a:fld>
            <a:endParaRPr lang="es-MX" noProof="0"/>
          </a:p>
        </p:txBody>
      </p:sp>
    </p:spTree>
    <p:extLst>
      <p:ext uri="{BB962C8B-B14F-4D97-AF65-F5344CB8AC3E}">
        <p14:creationId xmlns:p14="http://schemas.microsoft.com/office/powerpoint/2010/main" val="6829154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l" defTabSz="914391"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8" indent="-228598" algn="l" defTabSz="914391"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93" indent="-228598" algn="l" defTabSz="914391"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89" indent="-228598" algn="l" defTabSz="914391"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85" indent="-228598" algn="l" defTabSz="914391"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80" indent="-228598" algn="l" defTabSz="914391"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76" indent="-228598" algn="l" defTabSz="914391"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72" indent="-228598" algn="l" defTabSz="914391"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67" indent="-228598" algn="l" defTabSz="914391"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63" indent="-228598" algn="l" defTabSz="914391"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91" rtl="0" eaLnBrk="1" latinLnBrk="0" hangingPunct="1">
        <a:defRPr sz="1800" kern="1200">
          <a:solidFill>
            <a:schemeClr val="tx1"/>
          </a:solidFill>
          <a:latin typeface="+mn-lt"/>
          <a:ea typeface="+mn-ea"/>
          <a:cs typeface="+mn-cs"/>
        </a:defRPr>
      </a:lvl1pPr>
      <a:lvl2pPr marL="457196" algn="l" defTabSz="914391" rtl="0" eaLnBrk="1" latinLnBrk="0" hangingPunct="1">
        <a:defRPr sz="1800" kern="1200">
          <a:solidFill>
            <a:schemeClr val="tx1"/>
          </a:solidFill>
          <a:latin typeface="+mn-lt"/>
          <a:ea typeface="+mn-ea"/>
          <a:cs typeface="+mn-cs"/>
        </a:defRPr>
      </a:lvl2pPr>
      <a:lvl3pPr marL="914391" algn="l" defTabSz="914391" rtl="0" eaLnBrk="1" latinLnBrk="0" hangingPunct="1">
        <a:defRPr sz="1800" kern="1200">
          <a:solidFill>
            <a:schemeClr val="tx1"/>
          </a:solidFill>
          <a:latin typeface="+mn-lt"/>
          <a:ea typeface="+mn-ea"/>
          <a:cs typeface="+mn-cs"/>
        </a:defRPr>
      </a:lvl3pPr>
      <a:lvl4pPr marL="1371587" algn="l" defTabSz="914391" rtl="0" eaLnBrk="1" latinLnBrk="0" hangingPunct="1">
        <a:defRPr sz="1800" kern="1200">
          <a:solidFill>
            <a:schemeClr val="tx1"/>
          </a:solidFill>
          <a:latin typeface="+mn-lt"/>
          <a:ea typeface="+mn-ea"/>
          <a:cs typeface="+mn-cs"/>
        </a:defRPr>
      </a:lvl4pPr>
      <a:lvl5pPr marL="1828783" algn="l" defTabSz="914391" rtl="0" eaLnBrk="1" latinLnBrk="0" hangingPunct="1">
        <a:defRPr sz="1800" kern="1200">
          <a:solidFill>
            <a:schemeClr val="tx1"/>
          </a:solidFill>
          <a:latin typeface="+mn-lt"/>
          <a:ea typeface="+mn-ea"/>
          <a:cs typeface="+mn-cs"/>
        </a:defRPr>
      </a:lvl5pPr>
      <a:lvl6pPr marL="2285978" algn="l" defTabSz="914391" rtl="0" eaLnBrk="1" latinLnBrk="0" hangingPunct="1">
        <a:defRPr sz="1800" kern="1200">
          <a:solidFill>
            <a:schemeClr val="tx1"/>
          </a:solidFill>
          <a:latin typeface="+mn-lt"/>
          <a:ea typeface="+mn-ea"/>
          <a:cs typeface="+mn-cs"/>
        </a:defRPr>
      </a:lvl6pPr>
      <a:lvl7pPr marL="2743174" algn="l" defTabSz="914391" rtl="0" eaLnBrk="1" latinLnBrk="0" hangingPunct="1">
        <a:defRPr sz="1800" kern="1200">
          <a:solidFill>
            <a:schemeClr val="tx1"/>
          </a:solidFill>
          <a:latin typeface="+mn-lt"/>
          <a:ea typeface="+mn-ea"/>
          <a:cs typeface="+mn-cs"/>
        </a:defRPr>
      </a:lvl7pPr>
      <a:lvl8pPr marL="3200370" algn="l" defTabSz="914391" rtl="0" eaLnBrk="1" latinLnBrk="0" hangingPunct="1">
        <a:defRPr sz="1800" kern="1200">
          <a:solidFill>
            <a:schemeClr val="tx1"/>
          </a:solidFill>
          <a:latin typeface="+mn-lt"/>
          <a:ea typeface="+mn-ea"/>
          <a:cs typeface="+mn-cs"/>
        </a:defRPr>
      </a:lvl8pPr>
      <a:lvl9pPr marL="3657565" algn="l" defTabSz="914391"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7A39A542-8409-47EA-859C-4B320666B007}"/>
              </a:ext>
            </a:extLst>
          </p:cNvPr>
          <p:cNvSpPr txBox="1"/>
          <p:nvPr/>
        </p:nvSpPr>
        <p:spPr>
          <a:xfrm>
            <a:off x="444500" y="1460500"/>
            <a:ext cx="5327904" cy="3977640"/>
          </a:xfrm>
          <a:prstGeom prst="rect">
            <a:avLst/>
          </a:prstGeom>
        </p:spPr>
        <p:txBody>
          <a:bodyPr vert="horz" lIns="91440" tIns="45720" rIns="91440" bIns="45720" rtlCol="0">
            <a:normAutofit/>
          </a:bodyPr>
          <a:lstStyle/>
          <a:p>
            <a:pPr defTabSz="914391">
              <a:lnSpc>
                <a:spcPct val="150000"/>
              </a:lnSpc>
              <a:spcBef>
                <a:spcPts val="1000"/>
              </a:spcBef>
              <a:spcAft>
                <a:spcPts val="1200"/>
              </a:spcAft>
            </a:pPr>
            <a:r>
              <a:rPr lang="en-US" sz="1400" dirty="0" err="1">
                <a:solidFill>
                  <a:schemeClr val="tx1">
                    <a:lumMod val="75000"/>
                    <a:lumOff val="25000"/>
                  </a:schemeClr>
                </a:solidFill>
              </a:rPr>
              <a:t>Fundamentos</a:t>
            </a:r>
            <a:r>
              <a:rPr lang="en-US" sz="1400" dirty="0">
                <a:solidFill>
                  <a:schemeClr val="tx1">
                    <a:lumMod val="75000"/>
                    <a:lumOff val="25000"/>
                  </a:schemeClr>
                </a:solidFill>
              </a:rPr>
              <a:t> </a:t>
            </a:r>
            <a:r>
              <a:rPr lang="en-US" sz="1400" dirty="0" err="1">
                <a:solidFill>
                  <a:schemeClr val="tx1">
                    <a:lumMod val="75000"/>
                    <a:lumOff val="25000"/>
                  </a:schemeClr>
                </a:solidFill>
              </a:rPr>
              <a:t>matemáticos</a:t>
            </a:r>
            <a:r>
              <a:rPr lang="en-US" sz="1400" dirty="0">
                <a:solidFill>
                  <a:schemeClr val="tx1">
                    <a:lumMod val="75000"/>
                    <a:lumOff val="25000"/>
                  </a:schemeClr>
                </a:solidFill>
              </a:rPr>
              <a:t> y </a:t>
            </a:r>
            <a:r>
              <a:rPr lang="en-US" sz="1400" dirty="0" err="1">
                <a:solidFill>
                  <a:schemeClr val="tx1">
                    <a:lumMod val="75000"/>
                    <a:lumOff val="25000"/>
                  </a:schemeClr>
                </a:solidFill>
              </a:rPr>
              <a:t>usos</a:t>
            </a:r>
            <a:r>
              <a:rPr lang="en-US" sz="1400" dirty="0">
                <a:solidFill>
                  <a:schemeClr val="tx1">
                    <a:lumMod val="75000"/>
                    <a:lumOff val="25000"/>
                  </a:schemeClr>
                </a:solidFill>
              </a:rPr>
              <a:t> </a:t>
            </a:r>
            <a:r>
              <a:rPr lang="en-US" sz="1400" dirty="0" err="1">
                <a:solidFill>
                  <a:schemeClr val="tx1">
                    <a:lumMod val="75000"/>
                    <a:lumOff val="25000"/>
                  </a:schemeClr>
                </a:solidFill>
              </a:rPr>
              <a:t>en</a:t>
            </a:r>
            <a:r>
              <a:rPr lang="en-US" sz="1400" dirty="0">
                <a:solidFill>
                  <a:schemeClr val="tx1">
                    <a:lumMod val="75000"/>
                    <a:lumOff val="25000"/>
                  </a:schemeClr>
                </a:solidFill>
              </a:rPr>
              <a:t> </a:t>
            </a:r>
            <a:r>
              <a:rPr lang="en-US" sz="1400" dirty="0" err="1">
                <a:solidFill>
                  <a:schemeClr val="tx1">
                    <a:lumMod val="75000"/>
                    <a:lumOff val="25000"/>
                  </a:schemeClr>
                </a:solidFill>
              </a:rPr>
              <a:t>análisis</a:t>
            </a:r>
            <a:r>
              <a:rPr lang="en-US" sz="1400" dirty="0">
                <a:solidFill>
                  <a:schemeClr val="tx1">
                    <a:lumMod val="75000"/>
                    <a:lumOff val="25000"/>
                  </a:schemeClr>
                </a:solidFill>
              </a:rPr>
              <a:t> y </a:t>
            </a:r>
            <a:r>
              <a:rPr lang="en-US" sz="1400" dirty="0" err="1">
                <a:solidFill>
                  <a:schemeClr val="tx1">
                    <a:lumMod val="75000"/>
                    <a:lumOff val="25000"/>
                  </a:schemeClr>
                </a:solidFill>
              </a:rPr>
              <a:t>reconocimiento</a:t>
            </a:r>
            <a:endParaRPr lang="en-US" sz="1400" dirty="0">
              <a:solidFill>
                <a:schemeClr val="tx1">
                  <a:lumMod val="75000"/>
                  <a:lumOff val="25000"/>
                </a:schemeClr>
              </a:solidFill>
            </a:endParaRPr>
          </a:p>
        </p:txBody>
      </p:sp>
      <p:sp>
        <p:nvSpPr>
          <p:cNvPr id="2" name="Título 1">
            <a:extLst>
              <a:ext uri="{FF2B5EF4-FFF2-40B4-BE49-F238E27FC236}">
                <a16:creationId xmlns:a16="http://schemas.microsoft.com/office/drawing/2014/main" id="{17D06AEF-2A4A-6CB3-AF8E-6DC81B698F9F}"/>
              </a:ext>
            </a:extLst>
          </p:cNvPr>
          <p:cNvSpPr>
            <a:spLocks noGrp="1"/>
          </p:cNvSpPr>
          <p:nvPr>
            <p:ph type="title"/>
          </p:nvPr>
        </p:nvSpPr>
        <p:spPr>
          <a:xfrm>
            <a:off x="444500" y="430609"/>
            <a:ext cx="9146972" cy="640080"/>
          </a:xfrm>
        </p:spPr>
        <p:txBody>
          <a:bodyPr vert="horz" lIns="91440" tIns="45720" rIns="91440" bIns="45720" rtlCol="0" anchor="ctr">
            <a:normAutofit/>
          </a:bodyPr>
          <a:lstStyle/>
          <a:p>
            <a:r>
              <a:rPr lang="es-MX" sz="2000" dirty="0"/>
              <a:t>Exploración de Tipos de Modelos Vectoriales y sus Aplicaciones</a:t>
            </a:r>
          </a:p>
        </p:txBody>
      </p:sp>
      <p:pic>
        <p:nvPicPr>
          <p:cNvPr id="5" name="Imagen 4">
            <a:extLst>
              <a:ext uri="{FF2B5EF4-FFF2-40B4-BE49-F238E27FC236}">
                <a16:creationId xmlns:a16="http://schemas.microsoft.com/office/drawing/2014/main" id="{4F242255-1E7D-02B2-E942-31899175A173}"/>
              </a:ext>
            </a:extLst>
          </p:cNvPr>
          <p:cNvPicPr>
            <a:picLocks noChangeAspect="1"/>
          </p:cNvPicPr>
          <p:nvPr/>
        </p:nvPicPr>
        <p:blipFill>
          <a:blip r:embed="rId3"/>
          <a:stretch>
            <a:fillRect/>
          </a:stretch>
        </p:blipFill>
        <p:spPr>
          <a:xfrm>
            <a:off x="4510165" y="2638488"/>
            <a:ext cx="2524477" cy="3124636"/>
          </a:xfrm>
          <a:prstGeom prst="rect">
            <a:avLst/>
          </a:prstGeom>
        </p:spPr>
      </p:pic>
    </p:spTree>
    <p:extLst>
      <p:ext uri="{BB962C8B-B14F-4D97-AF65-F5344CB8AC3E}">
        <p14:creationId xmlns:p14="http://schemas.microsoft.com/office/powerpoint/2010/main" val="285946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37B2035-1FCB-439A-B421-095E136C7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76D6CDF-C512-4739-B158-55EE955EFA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03" y="-1"/>
            <a:ext cx="1219200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98CAD21F-796C-ED6F-B166-DA22E31A03C6}"/>
              </a:ext>
            </a:extLst>
          </p:cNvPr>
          <p:cNvSpPr>
            <a:spLocks noGrp="1"/>
          </p:cNvSpPr>
          <p:nvPr>
            <p:ph type="title"/>
          </p:nvPr>
        </p:nvSpPr>
        <p:spPr>
          <a:xfrm>
            <a:off x="1137033" y="670559"/>
            <a:ext cx="4683321" cy="2148841"/>
          </a:xfrm>
        </p:spPr>
        <p:txBody>
          <a:bodyPr vert="horz" lIns="91440" tIns="45720" rIns="91440" bIns="45720" rtlCol="0" anchor="t">
            <a:normAutofit/>
          </a:bodyPr>
          <a:lstStyle/>
          <a:p>
            <a:pPr defTabSz="914400"/>
            <a:r>
              <a:rPr lang="en-US" sz="3700"/>
              <a:t>Definición y fundamentos de los modelos vectoriales</a:t>
            </a:r>
          </a:p>
        </p:txBody>
      </p:sp>
      <p:sp>
        <p:nvSpPr>
          <p:cNvPr id="4" name="Marcador de contenido 3">
            <a:extLst>
              <a:ext uri="{FF2B5EF4-FFF2-40B4-BE49-F238E27FC236}">
                <a16:creationId xmlns:a16="http://schemas.microsoft.com/office/drawing/2014/main" id="{2B543663-7D91-CF7A-6DF4-32D20CEE6662}"/>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797004" y="670559"/>
            <a:ext cx="4555782" cy="5445076"/>
          </a:xfrm>
        </p:spPr>
        <p:txBody>
          <a:bodyPr>
            <a:normAutofit/>
          </a:bodyPr>
          <a:lstStyle/>
          <a:p>
            <a:pPr marL="0" indent="0">
              <a:spcBef>
                <a:spcPts val="2500"/>
              </a:spcBef>
              <a:buNone/>
            </a:pPr>
            <a:r>
              <a:rPr lang="es-ES" sz="1400" b="1" dirty="0"/>
              <a:t>Representación mediante vectores</a:t>
            </a:r>
          </a:p>
          <a:p>
            <a:pPr marL="0" lvl="1" indent="0">
              <a:buNone/>
            </a:pPr>
            <a:r>
              <a:rPr lang="es-ES" sz="1400" dirty="0"/>
              <a:t>Los modelos vectoriales usan vectores en espacios matemáticos para representar entidades de forma precisa y estructurada.</a:t>
            </a:r>
          </a:p>
          <a:p>
            <a:pPr marL="0" indent="0">
              <a:spcBef>
                <a:spcPts val="2500"/>
              </a:spcBef>
              <a:buNone/>
            </a:pPr>
            <a:r>
              <a:rPr lang="es-ES" sz="1400" b="1" dirty="0"/>
              <a:t>Cuantificación de relaciones</a:t>
            </a:r>
          </a:p>
          <a:p>
            <a:pPr marL="0" lvl="1" indent="0">
              <a:buNone/>
            </a:pPr>
            <a:r>
              <a:rPr lang="es-ES" sz="1400" dirty="0"/>
              <a:t>Permiten medir las similitudes y diferencias entre datos para facilitar análisis precisos y comparativos.</a:t>
            </a:r>
          </a:p>
          <a:p>
            <a:pPr marL="0" indent="0">
              <a:spcBef>
                <a:spcPts val="2500"/>
              </a:spcBef>
              <a:buNone/>
            </a:pPr>
            <a:r>
              <a:rPr lang="es-ES" sz="1400" b="1" dirty="0"/>
              <a:t>Análisis estructurado de datos</a:t>
            </a:r>
          </a:p>
          <a:p>
            <a:pPr marL="0" lvl="1" indent="0">
              <a:buNone/>
            </a:pPr>
            <a:r>
              <a:rPr lang="es-ES" sz="1400" dirty="0"/>
              <a:t>Facilitan la manipulación y análisis de datos complejos en múltiples áreas mediante su estructura matemática.</a:t>
            </a:r>
            <a:endParaRPr lang="es-MX" sz="1400" dirty="0"/>
          </a:p>
        </p:txBody>
      </p:sp>
    </p:spTree>
    <p:extLst>
      <p:ext uri="{BB962C8B-B14F-4D97-AF65-F5344CB8AC3E}">
        <p14:creationId xmlns:p14="http://schemas.microsoft.com/office/powerpoint/2010/main" val="168791983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97BE603B-1E81-CFDE-B32A-5ECBC6D69676}"/>
              </a:ext>
            </a:extLst>
          </p:cNvPr>
          <p:cNvSpPr>
            <a:spLocks noGrp="1"/>
          </p:cNvSpPr>
          <p:nvPr>
            <p:ph type="title"/>
          </p:nvPr>
        </p:nvSpPr>
        <p:spPr>
          <a:xfrm>
            <a:off x="804672" y="802955"/>
            <a:ext cx="4766330" cy="1454051"/>
          </a:xfrm>
        </p:spPr>
        <p:txBody>
          <a:bodyPr vert="horz" lIns="91440" tIns="45720" rIns="91440" bIns="45720" rtlCol="0" anchor="ctr">
            <a:normAutofit/>
          </a:bodyPr>
          <a:lstStyle/>
          <a:p>
            <a:pPr defTabSz="914400"/>
            <a:r>
              <a:rPr lang="en-US" sz="3600" kern="1200">
                <a:solidFill>
                  <a:schemeClr val="tx2"/>
                </a:solidFill>
                <a:latin typeface="+mj-lt"/>
                <a:ea typeface="+mj-ea"/>
                <a:cs typeface="+mj-cs"/>
              </a:rPr>
              <a:t>Modelo de espacio vectorial (VSM)</a:t>
            </a:r>
          </a:p>
        </p:txBody>
      </p:sp>
      <p:sp>
        <p:nvSpPr>
          <p:cNvPr id="4" name="Marcador de contenido 3">
            <a:extLst>
              <a:ext uri="{FF2B5EF4-FFF2-40B4-BE49-F238E27FC236}">
                <a16:creationId xmlns:a16="http://schemas.microsoft.com/office/drawing/2014/main" id="{C21B9B35-135E-A23E-3848-61AF188F042E}"/>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04672" y="2421683"/>
            <a:ext cx="4765949" cy="3353476"/>
          </a:xfrm>
        </p:spPr>
        <p:txBody>
          <a:bodyPr>
            <a:normAutofit/>
          </a:bodyPr>
          <a:lstStyle/>
          <a:p>
            <a:pPr marL="0" indent="0">
              <a:spcBef>
                <a:spcPts val="2500"/>
              </a:spcBef>
              <a:buNone/>
            </a:pPr>
            <a:r>
              <a:rPr lang="es-ES" sz="1400" b="1">
                <a:solidFill>
                  <a:schemeClr val="tx2"/>
                </a:solidFill>
              </a:rPr>
              <a:t>Representación Vectorial</a:t>
            </a:r>
          </a:p>
          <a:p>
            <a:pPr marL="0" lvl="1" indent="0">
              <a:buNone/>
            </a:pPr>
            <a:r>
              <a:rPr lang="es-ES" sz="1400">
                <a:solidFill>
                  <a:schemeClr val="tx2"/>
                </a:solidFill>
              </a:rPr>
              <a:t>Documentos y consultas se representan como vectores en un espacio multidimensional para análisis eficiente.</a:t>
            </a:r>
          </a:p>
          <a:p>
            <a:pPr marL="0" indent="0">
              <a:spcBef>
                <a:spcPts val="2500"/>
              </a:spcBef>
              <a:buNone/>
            </a:pPr>
            <a:r>
              <a:rPr lang="es-ES" sz="1400" b="1">
                <a:solidFill>
                  <a:schemeClr val="tx2"/>
                </a:solidFill>
              </a:rPr>
              <a:t>Recuperación de Información</a:t>
            </a:r>
          </a:p>
          <a:p>
            <a:pPr marL="0" lvl="1" indent="0">
              <a:buNone/>
            </a:pPr>
            <a:r>
              <a:rPr lang="es-ES" sz="1400">
                <a:solidFill>
                  <a:schemeClr val="tx2"/>
                </a:solidFill>
              </a:rPr>
              <a:t>El modelo facilita la recuperación y comparación de información basada en la similitud entre vectores.</a:t>
            </a:r>
            <a:endParaRPr lang="es-MX" sz="1400">
              <a:solidFill>
                <a:schemeClr val="tx2"/>
              </a:solidFill>
            </a:endParaRPr>
          </a:p>
        </p:txBody>
      </p:sp>
      <p:grpSp>
        <p:nvGrpSpPr>
          <p:cNvPr id="16" name="Group 15">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7" name="Freeform: Shape 16">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Imagen 6">
            <a:extLst>
              <a:ext uri="{FF2B5EF4-FFF2-40B4-BE49-F238E27FC236}">
                <a16:creationId xmlns:a16="http://schemas.microsoft.com/office/drawing/2014/main" id="{78DECC96-2693-7B08-33AB-D5B0D8CB3771}"/>
              </a:ext>
            </a:extLst>
          </p:cNvPr>
          <p:cNvPicPr>
            <a:picLocks noChangeAspect="1"/>
          </p:cNvPicPr>
          <p:nvPr/>
        </p:nvPicPr>
        <p:blipFill>
          <a:blip r:embed="rId3"/>
          <a:stretch>
            <a:fillRect/>
          </a:stretch>
        </p:blipFill>
        <p:spPr>
          <a:xfrm>
            <a:off x="7986897" y="1700784"/>
            <a:ext cx="3585222" cy="4379976"/>
          </a:xfrm>
          <a:prstGeom prst="rect">
            <a:avLst/>
          </a:prstGeom>
        </p:spPr>
      </p:pic>
    </p:spTree>
    <p:extLst>
      <p:ext uri="{BB962C8B-B14F-4D97-AF65-F5344CB8AC3E}">
        <p14:creationId xmlns:p14="http://schemas.microsoft.com/office/powerpoint/2010/main" val="189031249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C729BD-373A-48ED-984A-85AA1376BAE5}"/>
              </a:ext>
            </a:extLst>
          </p:cNvPr>
          <p:cNvSpPr>
            <a:spLocks noGrp="1"/>
          </p:cNvSpPr>
          <p:nvPr>
            <p:ph type="title"/>
          </p:nvPr>
        </p:nvSpPr>
        <p:spPr>
          <a:xfrm>
            <a:off x="704088" y="914401"/>
            <a:ext cx="6766560" cy="1307592"/>
          </a:xfrm>
        </p:spPr>
        <p:txBody>
          <a:bodyPr vert="horz" lIns="91440" tIns="45720" rIns="91440" bIns="45720" rtlCol="0" anchor="t">
            <a:normAutofit/>
          </a:bodyPr>
          <a:lstStyle/>
          <a:p>
            <a:pPr>
              <a:lnSpc>
                <a:spcPct val="90000"/>
              </a:lnSpc>
            </a:pPr>
            <a:r>
              <a:rPr lang="en-US" sz="2800" dirty="0" err="1"/>
              <a:t>Importancia</a:t>
            </a:r>
            <a:r>
              <a:rPr lang="en-US" sz="2800" dirty="0"/>
              <a:t> de </a:t>
            </a:r>
            <a:r>
              <a:rPr lang="en-US" sz="2800" dirty="0" err="1"/>
              <a:t>los</a:t>
            </a:r>
            <a:r>
              <a:rPr lang="en-US" sz="2800" dirty="0"/>
              <a:t> </a:t>
            </a:r>
            <a:r>
              <a:rPr lang="en-US" sz="2800" dirty="0" err="1"/>
              <a:t>modelos</a:t>
            </a:r>
            <a:r>
              <a:rPr lang="en-US" sz="2800" dirty="0"/>
              <a:t> de </a:t>
            </a:r>
            <a:r>
              <a:rPr lang="en-US" sz="2800" dirty="0" err="1"/>
              <a:t>vectores</a:t>
            </a:r>
            <a:r>
              <a:rPr lang="en-US" sz="2800" dirty="0"/>
              <a:t> </a:t>
            </a:r>
            <a:r>
              <a:rPr lang="en-US" sz="2800" dirty="0" err="1"/>
              <a:t>en</a:t>
            </a:r>
            <a:r>
              <a:rPr lang="en-US" sz="2800" dirty="0"/>
              <a:t> la </a:t>
            </a:r>
            <a:r>
              <a:rPr lang="en-US" sz="2800" dirty="0" err="1"/>
              <a:t>ciencia</a:t>
            </a:r>
            <a:r>
              <a:rPr lang="en-US" sz="2800" dirty="0"/>
              <a:t> y </a:t>
            </a:r>
            <a:r>
              <a:rPr lang="en-US" sz="2800" dirty="0" err="1"/>
              <a:t>tecnología</a:t>
            </a:r>
            <a:endParaRPr lang="en-US" sz="2800" dirty="0"/>
          </a:p>
        </p:txBody>
      </p:sp>
      <p:sp>
        <p:nvSpPr>
          <p:cNvPr id="4" name="Marcador de contenido 3">
            <a:extLst>
              <a:ext uri="{FF2B5EF4-FFF2-40B4-BE49-F238E27FC236}">
                <a16:creationId xmlns:a16="http://schemas.microsoft.com/office/drawing/2014/main" id="{2A36D3F9-AE85-335A-BCB6-1F659635744E}"/>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04088" y="2221994"/>
            <a:ext cx="6766560" cy="3739896"/>
          </a:xfrm>
        </p:spPr>
        <p:txBody>
          <a:bodyPr>
            <a:normAutofit/>
          </a:bodyPr>
          <a:lstStyle/>
          <a:p>
            <a:pPr marL="0" indent="0">
              <a:spcBef>
                <a:spcPts val="2500"/>
              </a:spcBef>
              <a:buNone/>
            </a:pPr>
            <a:r>
              <a:rPr lang="es-ES" sz="1400" b="1"/>
              <a:t>Modelado de fenómenos complejos</a:t>
            </a:r>
          </a:p>
          <a:p>
            <a:pPr marL="0" lvl="1" indent="0">
              <a:buNone/>
            </a:pPr>
            <a:r>
              <a:rPr lang="es-ES" sz="1400"/>
              <a:t>Los modelos de vectores ayudan a representar fenómenos complejos en física y otras ciencias con precisión matemática.</a:t>
            </a:r>
          </a:p>
          <a:p>
            <a:pPr marL="0" indent="0">
              <a:spcBef>
                <a:spcPts val="2500"/>
              </a:spcBef>
              <a:buNone/>
            </a:pPr>
            <a:r>
              <a:rPr lang="es-ES" sz="1400" b="1"/>
              <a:t>Procesamiento de grandes datos</a:t>
            </a:r>
          </a:p>
          <a:p>
            <a:pPr marL="0" lvl="1" indent="0">
              <a:buNone/>
            </a:pPr>
            <a:r>
              <a:rPr lang="es-ES" sz="1400"/>
              <a:t>Permiten procesar y analizar grandes volúmenes de datos en informática e ingeniería eficientemente.</a:t>
            </a:r>
          </a:p>
          <a:p>
            <a:pPr marL="0" indent="0">
              <a:spcBef>
                <a:spcPts val="2500"/>
              </a:spcBef>
              <a:buNone/>
            </a:pPr>
            <a:r>
              <a:rPr lang="es-ES" sz="1400" b="1"/>
              <a:t>Mejora de inteligencia artificial</a:t>
            </a:r>
          </a:p>
          <a:p>
            <a:pPr marL="0" lvl="1" indent="0">
              <a:buNone/>
            </a:pPr>
            <a:r>
              <a:rPr lang="es-ES" sz="1400"/>
              <a:t>Los modelos vectoriales son clave para optimizar algoritmos avanzados de inteligencia artificial y aprendizaje automático.</a:t>
            </a:r>
            <a:endParaRPr lang="es-MX" sz="1400"/>
          </a:p>
        </p:txBody>
      </p:sp>
      <p:pic>
        <p:nvPicPr>
          <p:cNvPr id="1028" name="Picture 4" descr="Los niveles de la conducción autónoma">
            <a:extLst>
              <a:ext uri="{FF2B5EF4-FFF2-40B4-BE49-F238E27FC236}">
                <a16:creationId xmlns:a16="http://schemas.microsoft.com/office/drawing/2014/main" id="{4D1C0A48-DECF-5E1C-D588-484F82D118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81913" y="2040731"/>
            <a:ext cx="4172392" cy="27765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03442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EF0301-C0B8-B276-D073-BE3234617B54}"/>
              </a:ext>
            </a:extLst>
          </p:cNvPr>
          <p:cNvSpPr>
            <a:spLocks noGrp="1"/>
          </p:cNvSpPr>
          <p:nvPr>
            <p:ph type="title"/>
          </p:nvPr>
        </p:nvSpPr>
        <p:spPr>
          <a:xfrm>
            <a:off x="702129" y="914760"/>
            <a:ext cx="2806615" cy="3543764"/>
          </a:xfrm>
        </p:spPr>
        <p:txBody>
          <a:bodyPr>
            <a:normAutofit/>
          </a:bodyPr>
          <a:lstStyle/>
          <a:p>
            <a:pPr>
              <a:lnSpc>
                <a:spcPct val="90000"/>
              </a:lnSpc>
            </a:pPr>
            <a:r>
              <a:rPr lang="es-MX" sz="2500" dirty="0"/>
              <a:t>Definición y características principales de los modelos de vectores</a:t>
            </a:r>
          </a:p>
        </p:txBody>
      </p:sp>
      <p:graphicFrame>
        <p:nvGraphicFramePr>
          <p:cNvPr id="4" name="Marcador de contenido 4">
            <a:extLst>
              <a:ext uri="{FF2B5EF4-FFF2-40B4-BE49-F238E27FC236}">
                <a16:creationId xmlns:a16="http://schemas.microsoft.com/office/drawing/2014/main" id="{89311F04-4F11-4CF0-AA31-6B04AC235966}"/>
              </a:ext>
            </a:extLst>
          </p:cNvPr>
          <p:cNvGraphicFramePr>
            <a:graphicFrameLocks noGrp="1"/>
          </p:cNvGraphicFramePr>
          <p:nvPr>
            <p:ph idx="1"/>
            <p:extLst>
              <p:ext uri="{D42A27DB-BD31-4B8C-83A1-F6EECF244321}">
                <p14:modId xmlns:p14="http://schemas.microsoft.com/office/powerpoint/2010/main" val="689124373"/>
              </p:ext>
              <p:ext uri="{E7BDC344-281C-4309-B0C6-D0EE65EED2A8}">
                <p202:designPr xmlns:p202="http://schemas.microsoft.com/office/powerpoint/2020/02/main">
                  <p202:designTagLst>
                    <p202:designTag name="ARCH:1:CLS" val="InformationBlock"/>
                    <p202:designTag name="ARCH:1:VSVAR" val="VisualTitledTextBox"/>
                  </p202:designTagLst>
                </p202:designPr>
              </p:ext>
            </p:extLst>
          </p:nvPr>
        </p:nvGraphicFramePr>
        <p:xfrm>
          <a:off x="3902149" y="978558"/>
          <a:ext cx="7591859" cy="509149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17892579"/>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7E10E26E-21CC-A498-3E72-C3E97E5B0625}"/>
              </a:ext>
            </a:extLst>
          </p:cNvPr>
          <p:cNvSpPr>
            <a:spLocks noGrp="1"/>
          </p:cNvSpPr>
          <p:nvPr>
            <p:ph type="title"/>
          </p:nvPr>
        </p:nvSpPr>
        <p:spPr>
          <a:xfrm>
            <a:off x="793662" y="386930"/>
            <a:ext cx="10066122" cy="1298448"/>
          </a:xfrm>
        </p:spPr>
        <p:txBody>
          <a:bodyPr vert="horz" lIns="91440" tIns="45720" rIns="91440" bIns="45720" rtlCol="0" anchor="b">
            <a:normAutofit/>
          </a:bodyPr>
          <a:lstStyle/>
          <a:p>
            <a:pPr defTabSz="914400"/>
            <a:r>
              <a:rPr lang="en-US"/>
              <a:t>Importancia en matemáticas y ciencias aplicadas</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contenido 3">
            <a:extLst>
              <a:ext uri="{FF2B5EF4-FFF2-40B4-BE49-F238E27FC236}">
                <a16:creationId xmlns:a16="http://schemas.microsoft.com/office/drawing/2014/main" id="{D3051D8A-32B5-EC77-BFF0-AA45396A048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93661" y="2599509"/>
            <a:ext cx="4530898" cy="3639450"/>
          </a:xfrm>
        </p:spPr>
        <p:txBody>
          <a:bodyPr>
            <a:normAutofit/>
          </a:bodyPr>
          <a:lstStyle/>
          <a:p>
            <a:pPr marL="0" indent="0">
              <a:spcBef>
                <a:spcPts val="2500"/>
              </a:spcBef>
              <a:buNone/>
            </a:pPr>
            <a:r>
              <a:rPr lang="es-ES" sz="1400" b="1"/>
              <a:t>Modelos vectoriales en matemáticas</a:t>
            </a:r>
          </a:p>
          <a:p>
            <a:pPr marL="0" lvl="1" indent="0">
              <a:buNone/>
            </a:pPr>
            <a:r>
              <a:rPr lang="es-ES" sz="1400"/>
              <a:t>Los modelos vectoriales son fundamentales para el álgebra lineal y la geometría analítica en matemáticas.</a:t>
            </a:r>
          </a:p>
          <a:p>
            <a:pPr marL="0" indent="0">
              <a:spcBef>
                <a:spcPts val="2500"/>
              </a:spcBef>
              <a:buNone/>
            </a:pPr>
            <a:r>
              <a:rPr lang="es-ES" sz="1400" b="1"/>
              <a:t>Aplicaciones en ciencias aplicadas</a:t>
            </a:r>
          </a:p>
          <a:p>
            <a:pPr marL="0" lvl="1" indent="0">
              <a:buNone/>
            </a:pPr>
            <a:r>
              <a:rPr lang="es-ES" sz="1400"/>
              <a:t>Se emplean para modelar fenómenos, procesar señales y desarrollar algoritmos en inteligencia artificial y análisis computacional.</a:t>
            </a:r>
            <a:endParaRPr lang="es-MX" sz="1400"/>
          </a:p>
        </p:txBody>
      </p:sp>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1799283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07044D-3ABF-CC7D-B47B-B3D5B9362045}"/>
              </a:ext>
            </a:extLst>
          </p:cNvPr>
          <p:cNvSpPr>
            <a:spLocks noGrp="1"/>
          </p:cNvSpPr>
          <p:nvPr>
            <p:ph type="title"/>
          </p:nvPr>
        </p:nvSpPr>
        <p:spPr>
          <a:xfrm>
            <a:off x="4866968" y="914400"/>
            <a:ext cx="6627924" cy="1307592"/>
          </a:xfrm>
        </p:spPr>
        <p:txBody>
          <a:bodyPr vert="horz" lIns="91440" tIns="45720" rIns="91440" bIns="45720" rtlCol="0" anchor="t">
            <a:normAutofit/>
          </a:bodyPr>
          <a:lstStyle/>
          <a:p>
            <a:pPr>
              <a:lnSpc>
                <a:spcPct val="90000"/>
              </a:lnSpc>
            </a:pPr>
            <a:r>
              <a:rPr lang="en-US"/>
              <a:t>Física: representación de magnitudes y fuerzas</a:t>
            </a:r>
          </a:p>
        </p:txBody>
      </p:sp>
      <p:sp>
        <p:nvSpPr>
          <p:cNvPr id="4" name="Marcador de contenido 3">
            <a:extLst>
              <a:ext uri="{FF2B5EF4-FFF2-40B4-BE49-F238E27FC236}">
                <a16:creationId xmlns:a16="http://schemas.microsoft.com/office/drawing/2014/main" id="{726E2F0A-69FC-CA5C-9133-F334EF20EA8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866968" y="2221992"/>
            <a:ext cx="6627924" cy="3739896"/>
          </a:xfrm>
        </p:spPr>
        <p:txBody>
          <a:bodyPr>
            <a:normAutofit/>
          </a:bodyPr>
          <a:lstStyle/>
          <a:p>
            <a:pPr marL="0" indent="0">
              <a:spcBef>
                <a:spcPts val="2500"/>
              </a:spcBef>
              <a:buNone/>
            </a:pPr>
            <a:r>
              <a:rPr lang="es-ES" sz="1400" b="1"/>
              <a:t>Importancia de los vectores</a:t>
            </a:r>
          </a:p>
          <a:p>
            <a:pPr marL="0" lvl="1" indent="0">
              <a:buNone/>
            </a:pPr>
            <a:r>
              <a:rPr lang="es-ES" sz="1400"/>
              <a:t>Los vectores representan magnitudes físicas que tienen dirección y sentido, fundamentales para describir fenómenos físicos.</a:t>
            </a:r>
          </a:p>
          <a:p>
            <a:pPr marL="0" indent="0">
              <a:spcBef>
                <a:spcPts val="2500"/>
              </a:spcBef>
              <a:buNone/>
            </a:pPr>
            <a:r>
              <a:rPr lang="es-ES" sz="1400" b="1"/>
              <a:t>Aplicación en fuerzas</a:t>
            </a:r>
          </a:p>
          <a:p>
            <a:pPr marL="0" lvl="1" indent="0">
              <a:buNone/>
            </a:pPr>
            <a:r>
              <a:rPr lang="es-ES" sz="1400"/>
              <a:t>Las fuerzas se representan como vectores para analizar su magnitud y dirección en diferentes situaciones físicas.</a:t>
            </a:r>
          </a:p>
          <a:p>
            <a:pPr marL="0" indent="0">
              <a:spcBef>
                <a:spcPts val="2500"/>
              </a:spcBef>
              <a:buNone/>
            </a:pPr>
            <a:r>
              <a:rPr lang="es-ES" sz="1400" b="1"/>
              <a:t>Análisis y predicción</a:t>
            </a:r>
          </a:p>
          <a:p>
            <a:pPr marL="0" lvl="1" indent="0">
              <a:buNone/>
            </a:pPr>
            <a:r>
              <a:rPr lang="es-ES" sz="1400"/>
              <a:t>El uso de vectores facilita el análisis y la predicción del comportamiento de sistemas físicos complejos.</a:t>
            </a:r>
            <a:endParaRPr lang="es-MX" sz="1400"/>
          </a:p>
        </p:txBody>
      </p:sp>
      <p:pic>
        <p:nvPicPr>
          <p:cNvPr id="2050" name="Picture 2" descr="ANÁLISIS DE ESTRUCTURAS. METODO DE NODOS. TEORÍA 👨‍🏫">
            <a:extLst>
              <a:ext uri="{FF2B5EF4-FFF2-40B4-BE49-F238E27FC236}">
                <a16:creationId xmlns:a16="http://schemas.microsoft.com/office/drawing/2014/main" id="{0120E4BD-475D-5627-5638-6C75EB1FEB2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162" t="3529" r="2309" b="4118"/>
          <a:stretch/>
        </p:blipFill>
        <p:spPr bwMode="auto">
          <a:xfrm>
            <a:off x="512619" y="1080655"/>
            <a:ext cx="4017818" cy="2175163"/>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621173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16DA2871-BFD0-1B61-26B2-846A654F4A37}"/>
              </a:ext>
            </a:extLst>
          </p:cNvPr>
          <p:cNvSpPr>
            <a:spLocks noGrp="1"/>
          </p:cNvSpPr>
          <p:nvPr>
            <p:ph type="title"/>
          </p:nvPr>
        </p:nvSpPr>
        <p:spPr>
          <a:xfrm>
            <a:off x="761800" y="762001"/>
            <a:ext cx="5334197" cy="1708242"/>
          </a:xfrm>
        </p:spPr>
        <p:txBody>
          <a:bodyPr vert="horz" lIns="91440" tIns="45720" rIns="91440" bIns="45720" rtlCol="0" anchor="ctr">
            <a:normAutofit/>
          </a:bodyPr>
          <a:lstStyle/>
          <a:p>
            <a:pPr defTabSz="914400"/>
            <a:r>
              <a:rPr lang="en-US" sz="4000" dirty="0" err="1"/>
              <a:t>Concepto</a:t>
            </a:r>
            <a:r>
              <a:rPr lang="en-US" sz="4000" dirty="0"/>
              <a:t> del </a:t>
            </a:r>
            <a:r>
              <a:rPr lang="en-US" sz="4000" dirty="0" err="1"/>
              <a:t>espacio</a:t>
            </a:r>
            <a:r>
              <a:rPr lang="en-US" sz="4000" dirty="0"/>
              <a:t> </a:t>
            </a:r>
            <a:r>
              <a:rPr lang="en-US" sz="4000" dirty="0" err="1"/>
              <a:t>euclidiano</a:t>
            </a:r>
            <a:endParaRPr lang="en-US" sz="4000" dirty="0"/>
          </a:p>
        </p:txBody>
      </p:sp>
      <p:sp>
        <p:nvSpPr>
          <p:cNvPr id="4" name="Marcador de contenido 3">
            <a:extLst>
              <a:ext uri="{FF2B5EF4-FFF2-40B4-BE49-F238E27FC236}">
                <a16:creationId xmlns:a16="http://schemas.microsoft.com/office/drawing/2014/main" id="{726103B8-BD28-7472-F2AA-43DF07CF47DD}"/>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61800" y="2470244"/>
            <a:ext cx="5334197" cy="3769835"/>
          </a:xfrm>
        </p:spPr>
        <p:txBody>
          <a:bodyPr>
            <a:normAutofit/>
          </a:bodyPr>
          <a:lstStyle/>
          <a:p>
            <a:pPr marL="0" indent="0">
              <a:spcBef>
                <a:spcPts val="2500"/>
              </a:spcBef>
              <a:buNone/>
            </a:pPr>
            <a:r>
              <a:rPr lang="es-ES" sz="1400" b="1"/>
              <a:t>Definición del espacio euclidiano</a:t>
            </a:r>
          </a:p>
          <a:p>
            <a:pPr marL="0" lvl="1" indent="0">
              <a:buNone/>
            </a:pPr>
            <a:r>
              <a:rPr lang="es-ES" sz="1400"/>
              <a:t>El espacio euclidiano es un espacio vectorial con una métrica basada en la distancia euclidiana para medir distancias lineales.</a:t>
            </a:r>
          </a:p>
          <a:p>
            <a:pPr marL="0" indent="0">
              <a:spcBef>
                <a:spcPts val="2500"/>
              </a:spcBef>
              <a:buNone/>
            </a:pPr>
            <a:r>
              <a:rPr lang="es-ES" sz="1400" b="1"/>
              <a:t>Representación con coordenadas</a:t>
            </a:r>
          </a:p>
          <a:p>
            <a:pPr marL="0" lvl="1" indent="0">
              <a:buNone/>
            </a:pPr>
            <a:r>
              <a:rPr lang="es-ES" sz="1400"/>
              <a:t>Permite representar puntos y objetos mediante coordenadas en un sistema cartesiano para facilitar cálculos geométricos.</a:t>
            </a:r>
          </a:p>
          <a:p>
            <a:pPr marL="0" indent="0">
              <a:spcBef>
                <a:spcPts val="2500"/>
              </a:spcBef>
              <a:buNone/>
            </a:pPr>
            <a:r>
              <a:rPr lang="es-ES" sz="1400" b="1"/>
              <a:t>Aplicaciones geométricas y analíticas</a:t>
            </a:r>
          </a:p>
          <a:p>
            <a:pPr marL="0" lvl="1" indent="0">
              <a:buNone/>
            </a:pPr>
            <a:r>
              <a:rPr lang="es-ES" sz="1400"/>
              <a:t>El espacio euclidiano forma la base para muchas aplicaciones en geometría y análisis matemático.</a:t>
            </a:r>
            <a:endParaRPr lang="es-MX" sz="1400"/>
          </a:p>
        </p:txBody>
      </p:sp>
      <p:pic>
        <p:nvPicPr>
          <p:cNvPr id="3" name="Imagen 2">
            <a:extLst>
              <a:ext uri="{FF2B5EF4-FFF2-40B4-BE49-F238E27FC236}">
                <a16:creationId xmlns:a16="http://schemas.microsoft.com/office/drawing/2014/main" id="{17886FE3-13F4-5D6A-E8B9-6F67B8EA3F66}"/>
              </a:ext>
            </a:extLst>
          </p:cNvPr>
          <p:cNvPicPr>
            <a:picLocks noChangeAspect="1"/>
          </p:cNvPicPr>
          <p:nvPr/>
        </p:nvPicPr>
        <p:blipFill>
          <a:blip r:embed="rId3"/>
          <a:stretch>
            <a:fillRect/>
          </a:stretch>
        </p:blipFill>
        <p:spPr>
          <a:xfrm>
            <a:off x="6606938" y="943472"/>
            <a:ext cx="4272314" cy="4141146"/>
          </a:xfrm>
          <a:prstGeom prst="rect">
            <a:avLst/>
          </a:prstGeom>
        </p:spPr>
      </p:pic>
    </p:spTree>
    <p:extLst>
      <p:ext uri="{BB962C8B-B14F-4D97-AF65-F5344CB8AC3E}">
        <p14:creationId xmlns:p14="http://schemas.microsoft.com/office/powerpoint/2010/main" val="308258258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37B2035-1FCB-439A-B421-095E136C7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76D6CDF-C512-4739-B158-55EE955EFA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03" y="-1"/>
            <a:ext cx="1219200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39FA4E3A-1DAF-6627-E016-2187B93BBFC6}"/>
              </a:ext>
            </a:extLst>
          </p:cNvPr>
          <p:cNvSpPr>
            <a:spLocks noGrp="1"/>
          </p:cNvSpPr>
          <p:nvPr>
            <p:ph type="title"/>
          </p:nvPr>
        </p:nvSpPr>
        <p:spPr>
          <a:xfrm>
            <a:off x="1137033" y="670559"/>
            <a:ext cx="4683321" cy="2148841"/>
          </a:xfrm>
        </p:spPr>
        <p:txBody>
          <a:bodyPr vert="horz" lIns="91440" tIns="45720" rIns="91440" bIns="45720" rtlCol="0" anchor="t">
            <a:normAutofit/>
          </a:bodyPr>
          <a:lstStyle/>
          <a:p>
            <a:pPr defTabSz="914400"/>
            <a:r>
              <a:rPr lang="en-US" dirty="0" err="1"/>
              <a:t>Cálculo</a:t>
            </a:r>
            <a:r>
              <a:rPr lang="en-US" dirty="0"/>
              <a:t> de </a:t>
            </a:r>
            <a:r>
              <a:rPr lang="en-US" dirty="0" err="1"/>
              <a:t>distancias</a:t>
            </a:r>
            <a:r>
              <a:rPr lang="en-US" dirty="0"/>
              <a:t> </a:t>
            </a:r>
            <a:r>
              <a:rPr lang="en-US" dirty="0" err="1"/>
              <a:t>euclidianas</a:t>
            </a:r>
            <a:endParaRPr lang="en-US" dirty="0"/>
          </a:p>
        </p:txBody>
      </p:sp>
      <p:sp>
        <p:nvSpPr>
          <p:cNvPr id="4" name="Marcador de contenido 3">
            <a:extLst>
              <a:ext uri="{FF2B5EF4-FFF2-40B4-BE49-F238E27FC236}">
                <a16:creationId xmlns:a16="http://schemas.microsoft.com/office/drawing/2014/main" id="{9D58028B-7740-7D27-71E9-A7393E04CB1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797004" y="670559"/>
            <a:ext cx="4555782" cy="5965768"/>
          </a:xfrm>
        </p:spPr>
        <p:txBody>
          <a:bodyPr>
            <a:normAutofit/>
          </a:bodyPr>
          <a:lstStyle/>
          <a:p>
            <a:pPr marL="0" indent="0">
              <a:spcBef>
                <a:spcPts val="2500"/>
              </a:spcBef>
              <a:buNone/>
            </a:pPr>
            <a:r>
              <a:rPr lang="es-ES" sz="1400" b="1" dirty="0"/>
              <a:t>Definición matemática</a:t>
            </a:r>
          </a:p>
          <a:p>
            <a:pPr marL="0" lvl="1" indent="0">
              <a:buNone/>
            </a:pPr>
            <a:r>
              <a:rPr lang="es-ES" sz="1400" dirty="0"/>
              <a:t>La distancia euclidiana es la raíz cuadrada de la suma de las diferencias al cuadrado entre coordenadas.</a:t>
            </a:r>
          </a:p>
          <a:p>
            <a:pPr marL="0" lvl="1" indent="0">
              <a:buNone/>
            </a:pPr>
            <a:endParaRPr lang="es-ES" sz="1400" dirty="0"/>
          </a:p>
          <a:p>
            <a:pPr marL="0" lvl="1" indent="0">
              <a:buNone/>
            </a:pPr>
            <a:endParaRPr lang="es-ES" sz="1400" dirty="0"/>
          </a:p>
          <a:p>
            <a:pPr marL="0" lvl="1" indent="0">
              <a:buNone/>
            </a:pPr>
            <a:endParaRPr lang="es-ES" sz="1400" dirty="0"/>
          </a:p>
          <a:p>
            <a:pPr marL="0" lvl="1" indent="0">
              <a:buNone/>
            </a:pPr>
            <a:endParaRPr lang="es-ES" sz="1400" dirty="0"/>
          </a:p>
          <a:p>
            <a:pPr marL="0" indent="0">
              <a:spcBef>
                <a:spcPts val="2500"/>
              </a:spcBef>
              <a:buNone/>
            </a:pPr>
            <a:r>
              <a:rPr lang="es-ES" sz="1400" b="1" dirty="0"/>
              <a:t>Interpretación geométrica</a:t>
            </a:r>
          </a:p>
          <a:p>
            <a:pPr marL="0" lvl="1" indent="0">
              <a:buNone/>
            </a:pPr>
            <a:r>
              <a:rPr lang="es-ES" sz="1400" dirty="0"/>
              <a:t>Representa la distancia recta o mínima entre dos puntos en un espacio multidimensional.</a:t>
            </a:r>
          </a:p>
          <a:p>
            <a:pPr marL="0" lvl="1" indent="0">
              <a:buNone/>
            </a:pPr>
            <a:endParaRPr lang="es-ES" sz="1400" dirty="0"/>
          </a:p>
          <a:p>
            <a:pPr marL="0" lvl="1" indent="0">
              <a:buNone/>
            </a:pPr>
            <a:endParaRPr lang="es-ES" sz="1400" dirty="0"/>
          </a:p>
          <a:p>
            <a:pPr marL="0" lvl="1" indent="0">
              <a:buNone/>
            </a:pPr>
            <a:endParaRPr lang="es-ES" sz="1400" dirty="0"/>
          </a:p>
          <a:p>
            <a:pPr marL="0" lvl="1" indent="0">
              <a:buNone/>
            </a:pPr>
            <a:endParaRPr lang="es-ES" sz="1400" dirty="0"/>
          </a:p>
          <a:p>
            <a:pPr marL="0" lvl="1" indent="0">
              <a:buNone/>
            </a:pPr>
            <a:endParaRPr lang="es-ES" sz="1400" dirty="0"/>
          </a:p>
          <a:p>
            <a:pPr marL="0" lvl="1" indent="0">
              <a:buNone/>
            </a:pPr>
            <a:endParaRPr lang="es-ES" sz="1400" dirty="0"/>
          </a:p>
          <a:p>
            <a:pPr marL="0" indent="0">
              <a:spcBef>
                <a:spcPts val="2500"/>
              </a:spcBef>
              <a:buNone/>
            </a:pPr>
            <a:endParaRPr lang="es-ES" sz="1400" b="1" dirty="0"/>
          </a:p>
          <a:p>
            <a:pPr marL="0" indent="0">
              <a:spcBef>
                <a:spcPts val="2500"/>
              </a:spcBef>
              <a:buNone/>
            </a:pPr>
            <a:r>
              <a:rPr lang="es-ES" sz="1400" b="1" dirty="0"/>
              <a:t>Aplicación en espacios multidimensionales</a:t>
            </a:r>
          </a:p>
          <a:p>
            <a:pPr marL="0" lvl="1" indent="0">
              <a:buNone/>
            </a:pPr>
            <a:r>
              <a:rPr lang="es-ES" sz="1400" dirty="0"/>
              <a:t>Es una medida intuitiva de proximidad en espacios con múltiples dimensiones o variables.</a:t>
            </a:r>
            <a:endParaRPr lang="es-MX" sz="1400" dirty="0"/>
          </a:p>
        </p:txBody>
      </p:sp>
      <p:pic>
        <p:nvPicPr>
          <p:cNvPr id="3" name="Imagen 2">
            <a:extLst>
              <a:ext uri="{FF2B5EF4-FFF2-40B4-BE49-F238E27FC236}">
                <a16:creationId xmlns:a16="http://schemas.microsoft.com/office/drawing/2014/main" id="{E27B5525-65B0-C2E6-C9D2-842091BDAAD2}"/>
              </a:ext>
            </a:extLst>
          </p:cNvPr>
          <p:cNvPicPr>
            <a:picLocks noChangeAspect="1"/>
          </p:cNvPicPr>
          <p:nvPr/>
        </p:nvPicPr>
        <p:blipFill>
          <a:blip r:embed="rId3"/>
          <a:srcRect t="38482" b="16722"/>
          <a:stretch/>
        </p:blipFill>
        <p:spPr>
          <a:xfrm>
            <a:off x="6791501" y="1364673"/>
            <a:ext cx="3821257" cy="963176"/>
          </a:xfrm>
          <a:prstGeom prst="rect">
            <a:avLst/>
          </a:prstGeom>
        </p:spPr>
      </p:pic>
      <p:pic>
        <p:nvPicPr>
          <p:cNvPr id="5" name="Imagen 4">
            <a:extLst>
              <a:ext uri="{FF2B5EF4-FFF2-40B4-BE49-F238E27FC236}">
                <a16:creationId xmlns:a16="http://schemas.microsoft.com/office/drawing/2014/main" id="{6E765B05-0909-E54A-1149-D52FCA4516FD}"/>
              </a:ext>
            </a:extLst>
          </p:cNvPr>
          <p:cNvPicPr>
            <a:picLocks noChangeAspect="1"/>
          </p:cNvPicPr>
          <p:nvPr/>
        </p:nvPicPr>
        <p:blipFill>
          <a:blip r:embed="rId4"/>
          <a:stretch>
            <a:fillRect/>
          </a:stretch>
        </p:blipFill>
        <p:spPr>
          <a:xfrm>
            <a:off x="7333910" y="3589911"/>
            <a:ext cx="2734625" cy="1784353"/>
          </a:xfrm>
          <a:prstGeom prst="rect">
            <a:avLst/>
          </a:prstGeom>
        </p:spPr>
      </p:pic>
    </p:spTree>
    <p:extLst>
      <p:ext uri="{BB962C8B-B14F-4D97-AF65-F5344CB8AC3E}">
        <p14:creationId xmlns:p14="http://schemas.microsoft.com/office/powerpoint/2010/main" val="11612974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98CCAB00-651C-F53F-BDE4-144F093BC19D}"/>
              </a:ext>
            </a:extLst>
          </p:cNvPr>
          <p:cNvSpPr>
            <a:spLocks noGrp="1"/>
          </p:cNvSpPr>
          <p:nvPr>
            <p:ph type="title"/>
          </p:nvPr>
        </p:nvSpPr>
        <p:spPr>
          <a:xfrm>
            <a:off x="6476900" y="734704"/>
            <a:ext cx="5334197" cy="1708242"/>
          </a:xfrm>
        </p:spPr>
        <p:txBody>
          <a:bodyPr vert="horz" lIns="91440" tIns="45720" rIns="91440" bIns="45720" rtlCol="0" anchor="ctr">
            <a:normAutofit/>
          </a:bodyPr>
          <a:lstStyle/>
          <a:p>
            <a:pPr defTabSz="914400"/>
            <a:r>
              <a:rPr lang="en-US" sz="3700" dirty="0" err="1"/>
              <a:t>Aplicaciones</a:t>
            </a:r>
            <a:r>
              <a:rPr lang="en-US" sz="3700" dirty="0"/>
              <a:t> </a:t>
            </a:r>
            <a:r>
              <a:rPr lang="en-US" sz="3700" dirty="0" err="1"/>
              <a:t>en</a:t>
            </a:r>
            <a:r>
              <a:rPr lang="en-US" sz="3700" dirty="0"/>
              <a:t> </a:t>
            </a:r>
            <a:r>
              <a:rPr lang="en-US" sz="3700" dirty="0" err="1"/>
              <a:t>geometría</a:t>
            </a:r>
            <a:r>
              <a:rPr lang="en-US" sz="3700" dirty="0"/>
              <a:t> y </a:t>
            </a:r>
            <a:r>
              <a:rPr lang="en-US" sz="3700" dirty="0" err="1"/>
              <a:t>análisis</a:t>
            </a:r>
            <a:r>
              <a:rPr lang="en-US" sz="3700" dirty="0"/>
              <a:t> de </a:t>
            </a:r>
            <a:r>
              <a:rPr lang="en-US" sz="3700" dirty="0" err="1"/>
              <a:t>datos</a:t>
            </a:r>
            <a:endParaRPr lang="en-US" sz="3700" dirty="0"/>
          </a:p>
        </p:txBody>
      </p:sp>
      <p:sp>
        <p:nvSpPr>
          <p:cNvPr id="4" name="Marcador de contenido 3">
            <a:extLst>
              <a:ext uri="{FF2B5EF4-FFF2-40B4-BE49-F238E27FC236}">
                <a16:creationId xmlns:a16="http://schemas.microsoft.com/office/drawing/2014/main" id="{48D0D694-772F-B59A-A9EA-E63DC966934F}"/>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476900" y="2794800"/>
            <a:ext cx="5334197" cy="3769835"/>
          </a:xfrm>
        </p:spPr>
        <p:txBody>
          <a:bodyPr>
            <a:normAutofit/>
          </a:bodyPr>
          <a:lstStyle/>
          <a:p>
            <a:pPr marL="0" indent="0">
              <a:spcBef>
                <a:spcPts val="2500"/>
              </a:spcBef>
              <a:buNone/>
            </a:pPr>
            <a:r>
              <a:rPr lang="es-ES" sz="1400" b="1" dirty="0"/>
              <a:t>Resolución de problemas geométricos</a:t>
            </a:r>
          </a:p>
          <a:p>
            <a:pPr marL="0" lvl="1" indent="0">
              <a:buNone/>
            </a:pPr>
            <a:r>
              <a:rPr lang="es-ES" sz="1400" dirty="0"/>
              <a:t>El modelo ayuda a resolver problemas clásicos y modernos en geometría con precisión y eficiencia.</a:t>
            </a:r>
          </a:p>
          <a:p>
            <a:pPr marL="0" indent="0">
              <a:spcBef>
                <a:spcPts val="2500"/>
              </a:spcBef>
              <a:buNone/>
            </a:pPr>
            <a:r>
              <a:rPr lang="es-ES" sz="1400" b="1" dirty="0"/>
              <a:t>Análisis de datos y </a:t>
            </a:r>
            <a:r>
              <a:rPr lang="es-ES" sz="1400" b="1" dirty="0" err="1"/>
              <a:t>clustering</a:t>
            </a:r>
            <a:endParaRPr lang="es-ES" sz="1400" b="1" dirty="0"/>
          </a:p>
          <a:p>
            <a:pPr marL="0" lvl="1" indent="0">
              <a:buNone/>
            </a:pPr>
            <a:r>
              <a:rPr lang="es-ES" sz="1400" dirty="0"/>
              <a:t>Se usa para agrupar datos similares facilitando la identificación de patrones y tendencias en grandes conjuntos de datos.</a:t>
            </a:r>
          </a:p>
          <a:p>
            <a:pPr marL="0" indent="0">
              <a:spcBef>
                <a:spcPts val="2500"/>
              </a:spcBef>
              <a:buNone/>
            </a:pPr>
            <a:r>
              <a:rPr lang="es-ES" sz="1400" b="1" dirty="0"/>
              <a:t>Clasificación y visualización</a:t>
            </a:r>
          </a:p>
          <a:p>
            <a:pPr marL="0" lvl="1" indent="0">
              <a:buNone/>
            </a:pPr>
            <a:r>
              <a:rPr lang="es-ES" sz="1400" dirty="0"/>
              <a:t>El modelo permite clasificar datos y visualizar información compleja para facilitar su interpretación y toma de decisiones.</a:t>
            </a:r>
            <a:endParaRPr lang="es-MX" sz="1400" dirty="0"/>
          </a:p>
        </p:txBody>
      </p:sp>
      <p:pic>
        <p:nvPicPr>
          <p:cNvPr id="3074" name="Picture 2" descr="Redes neuronales | ¿La panacea de la inteligencia artificial?">
            <a:extLst>
              <a:ext uri="{FF2B5EF4-FFF2-40B4-BE49-F238E27FC236}">
                <a16:creationId xmlns:a16="http://schemas.microsoft.com/office/drawing/2014/main" id="{CC93D7A5-3BC9-287C-078E-B27794E43C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1799" y="777909"/>
            <a:ext cx="4953302" cy="2958422"/>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507688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89527F-42AA-9C3C-4986-70A45598FEDA}"/>
              </a:ext>
            </a:extLst>
          </p:cNvPr>
          <p:cNvSpPr>
            <a:spLocks noGrp="1"/>
          </p:cNvSpPr>
          <p:nvPr>
            <p:ph type="title" idx="4294967295"/>
          </p:nvPr>
        </p:nvSpPr>
        <p:spPr>
          <a:xfrm>
            <a:off x="1200150" y="776288"/>
            <a:ext cx="6149975" cy="1219200"/>
          </a:xfrm>
        </p:spPr>
        <p:txBody>
          <a:bodyPr vert="horz" lIns="91440" tIns="45720" rIns="91440" bIns="45720" rtlCol="0" anchor="t">
            <a:normAutofit/>
          </a:bodyPr>
          <a:lstStyle/>
          <a:p>
            <a:pPr defTabSz="914400"/>
            <a:r>
              <a:rPr lang="en-US" sz="3200" dirty="0" err="1"/>
              <a:t>Modelo</a:t>
            </a:r>
            <a:r>
              <a:rPr lang="en-US" sz="3200" dirty="0"/>
              <a:t> de </a:t>
            </a:r>
            <a:r>
              <a:rPr lang="en-US" sz="3200" dirty="0" err="1"/>
              <a:t>distancia</a:t>
            </a:r>
            <a:r>
              <a:rPr lang="en-US" sz="3200" dirty="0"/>
              <a:t> de Manhattan (taxicab)</a:t>
            </a:r>
          </a:p>
        </p:txBody>
      </p:sp>
      <p:sp>
        <p:nvSpPr>
          <p:cNvPr id="4" name="Marcador de contenido 3">
            <a:extLst>
              <a:ext uri="{FF2B5EF4-FFF2-40B4-BE49-F238E27FC236}">
                <a16:creationId xmlns:a16="http://schemas.microsoft.com/office/drawing/2014/main" id="{2085F439-537B-6E5C-568D-B42D644EB5F0}"/>
              </a:ext>
            </a:extLst>
          </p:cNvPr>
          <p:cNvSpPr>
            <a:spLocks noGrp="1"/>
          </p:cNvSpPr>
          <p:nvPr>
            <p:ph sz="half" idx="4294967295"/>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235825" y="2381250"/>
            <a:ext cx="3929062" cy="4062413"/>
          </a:xfrm>
        </p:spPr>
        <p:txBody>
          <a:bodyPr>
            <a:normAutofit/>
          </a:bodyPr>
          <a:lstStyle/>
          <a:p>
            <a:pPr marL="0" indent="0">
              <a:spcBef>
                <a:spcPts val="2500"/>
              </a:spcBef>
              <a:buNone/>
            </a:pPr>
            <a:r>
              <a:rPr lang="es-ES" sz="1600" b="1" dirty="0"/>
              <a:t>Definición de distancia Manhattan</a:t>
            </a:r>
          </a:p>
          <a:p>
            <a:pPr marL="0" lvl="1" indent="0">
              <a:buNone/>
            </a:pPr>
            <a:r>
              <a:rPr lang="es-ES" sz="1600" dirty="0"/>
              <a:t>La distancia Manhattan suma las diferencias absolutas entre las coordenadas de dos puntos.</a:t>
            </a:r>
          </a:p>
          <a:p>
            <a:pPr marL="0" indent="0">
              <a:spcBef>
                <a:spcPts val="2500"/>
              </a:spcBef>
              <a:buNone/>
            </a:pPr>
            <a:r>
              <a:rPr lang="es-ES" sz="1600" b="1" dirty="0"/>
              <a:t>Aplicación en entornos urbanos</a:t>
            </a:r>
          </a:p>
          <a:p>
            <a:pPr marL="0" lvl="1" indent="0">
              <a:buNone/>
            </a:pPr>
            <a:r>
              <a:rPr lang="es-ES" sz="1600" dirty="0"/>
              <a:t>Este modelo es útil para medir distancias en ciudades con calles en cuadrícula y rutas ortogonales.</a:t>
            </a:r>
          </a:p>
          <a:p>
            <a:pPr marL="0" indent="0">
              <a:spcBef>
                <a:spcPts val="2500"/>
              </a:spcBef>
              <a:buNone/>
            </a:pPr>
            <a:r>
              <a:rPr lang="es-ES" sz="1600" b="1" dirty="0"/>
              <a:t>Restricción de movimiento</a:t>
            </a:r>
          </a:p>
          <a:p>
            <a:pPr marL="0" lvl="1" indent="0">
              <a:buNone/>
            </a:pPr>
            <a:r>
              <a:rPr lang="es-ES" sz="1600" dirty="0"/>
              <a:t>Considera movimientos limitados a rutas verticales y horizontales, no diagonales.</a:t>
            </a:r>
            <a:endParaRPr lang="es-MX" sz="1600" dirty="0"/>
          </a:p>
        </p:txBody>
      </p:sp>
      <p:pic>
        <p:nvPicPr>
          <p:cNvPr id="5" name="Imagen 4">
            <a:extLst>
              <a:ext uri="{FF2B5EF4-FFF2-40B4-BE49-F238E27FC236}">
                <a16:creationId xmlns:a16="http://schemas.microsoft.com/office/drawing/2014/main" id="{BC602C80-D958-DC41-ADFB-ECF002549F01}"/>
              </a:ext>
            </a:extLst>
          </p:cNvPr>
          <p:cNvPicPr>
            <a:picLocks noChangeAspect="1"/>
          </p:cNvPicPr>
          <p:nvPr/>
        </p:nvPicPr>
        <p:blipFill>
          <a:blip r:embed="rId3"/>
          <a:stretch>
            <a:fillRect/>
          </a:stretch>
        </p:blipFill>
        <p:spPr>
          <a:xfrm>
            <a:off x="1386754" y="2367738"/>
            <a:ext cx="5084618" cy="3613185"/>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2411616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ítulo 1">
            <a:extLst>
              <a:ext uri="{FF2B5EF4-FFF2-40B4-BE49-F238E27FC236}">
                <a16:creationId xmlns:a16="http://schemas.microsoft.com/office/drawing/2014/main" id="{9DA5420F-3520-F296-D3B1-DC0659F594F1}"/>
              </a:ext>
            </a:extLst>
          </p:cNvPr>
          <p:cNvSpPr>
            <a:spLocks noGrp="1"/>
          </p:cNvSpPr>
          <p:nvPr>
            <p:ph type="title"/>
          </p:nvPr>
        </p:nvSpPr>
        <p:spPr>
          <a:xfrm>
            <a:off x="1277524" y="1069425"/>
            <a:ext cx="3822189" cy="1899912"/>
          </a:xfrm>
        </p:spPr>
        <p:txBody>
          <a:bodyPr vert="horz" lIns="91440" tIns="45720" rIns="91440" bIns="45720" rtlCol="0" anchor="ctr">
            <a:normAutofit/>
          </a:bodyPr>
          <a:lstStyle/>
          <a:p>
            <a:pPr defTabSz="914400"/>
            <a:r>
              <a:rPr lang="en-US" sz="4000" dirty="0" err="1"/>
              <a:t>Modelo</a:t>
            </a:r>
            <a:r>
              <a:rPr lang="en-US" sz="4000" dirty="0"/>
              <a:t> de </a:t>
            </a:r>
            <a:r>
              <a:rPr lang="en-US" sz="4000" dirty="0" err="1"/>
              <a:t>distancia</a:t>
            </a:r>
            <a:r>
              <a:rPr lang="en-US" sz="4000" dirty="0"/>
              <a:t> de </a:t>
            </a:r>
            <a:r>
              <a:rPr lang="en-US" sz="4000" dirty="0" err="1"/>
              <a:t>Minkowski</a:t>
            </a:r>
            <a:endParaRPr lang="en-US" sz="4000" dirty="0"/>
          </a:p>
        </p:txBody>
      </p:sp>
      <p:sp>
        <p:nvSpPr>
          <p:cNvPr id="4" name="Marcador de contenido 3">
            <a:extLst>
              <a:ext uri="{FF2B5EF4-FFF2-40B4-BE49-F238E27FC236}">
                <a16:creationId xmlns:a16="http://schemas.microsoft.com/office/drawing/2014/main" id="{999B1821-CBC5-AFA4-9C93-91EF307707B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554680" y="481246"/>
            <a:ext cx="3822189" cy="6276183"/>
          </a:xfrm>
        </p:spPr>
        <p:txBody>
          <a:bodyPr>
            <a:noAutofit/>
          </a:bodyPr>
          <a:lstStyle/>
          <a:p>
            <a:pPr marL="0" indent="0">
              <a:spcBef>
                <a:spcPts val="2500"/>
              </a:spcBef>
              <a:buNone/>
            </a:pPr>
            <a:r>
              <a:rPr lang="es-ES" sz="1600" b="1" dirty="0">
                <a:latin typeface="Aptos" panose="020B0004020202020204" pitchFamily="34" charset="0"/>
              </a:rPr>
              <a:t>La distancia de Minkowski </a:t>
            </a:r>
            <a:r>
              <a:rPr lang="es-ES" sz="1600" dirty="0">
                <a:latin typeface="Aptos" panose="020B0004020202020204" pitchFamily="34" charset="0"/>
              </a:rPr>
              <a:t>es una fórmula matemática que permite medir la distancia entre dos puntos en un espacio multidimensional, ajustando la forma del cálculo mediante un parámetro 𝑝. Es una generalización de otras métricas conocidas como la distancia euclidiana (cuando 𝑝=2) y la distancia Manhattan (cuando 𝑝=1)</a:t>
            </a:r>
          </a:p>
          <a:p>
            <a:pPr marL="0" indent="0">
              <a:spcBef>
                <a:spcPts val="2500"/>
              </a:spcBef>
              <a:buNone/>
            </a:pPr>
            <a:r>
              <a:rPr lang="es-ES" sz="1600" b="1" dirty="0">
                <a:latin typeface="Aptos" panose="020B0004020202020204" pitchFamily="34" charset="0"/>
              </a:rPr>
              <a:t>Parámetro p ajustable</a:t>
            </a:r>
          </a:p>
          <a:p>
            <a:pPr marL="0" lvl="1" indent="0">
              <a:buNone/>
            </a:pPr>
            <a:r>
              <a:rPr lang="es-ES" sz="1600" dirty="0">
                <a:latin typeface="Aptos" panose="020B0004020202020204" pitchFamily="34" charset="0"/>
              </a:rPr>
              <a:t>El parámetro “p” permite adaptar la métrica a diferentes problemas optimizando la medida de distancia.</a:t>
            </a:r>
          </a:p>
          <a:p>
            <a:pPr marL="0" lvl="1" indent="0">
              <a:buNone/>
            </a:pPr>
            <a:endParaRPr lang="es-ES" sz="1600" b="1" dirty="0">
              <a:latin typeface="Aptos" panose="020B0004020202020204" pitchFamily="34" charset="0"/>
            </a:endParaRPr>
          </a:p>
          <a:p>
            <a:pPr marL="0" lvl="1" indent="0">
              <a:buNone/>
            </a:pPr>
            <a:r>
              <a:rPr lang="es-ES" sz="1600" b="1" dirty="0">
                <a:latin typeface="Aptos" panose="020B0004020202020204" pitchFamily="34" charset="0"/>
              </a:rPr>
              <a:t>Usos: </a:t>
            </a:r>
          </a:p>
          <a:p>
            <a:pPr marL="285750" lvl="1" indent="-285750"/>
            <a:r>
              <a:rPr lang="es-ES" sz="1600" dirty="0">
                <a:latin typeface="Aptos" panose="020B0004020202020204" pitchFamily="34" charset="0"/>
              </a:rPr>
              <a:t>En machine </a:t>
            </a:r>
            <a:r>
              <a:rPr lang="es-ES" sz="1600" dirty="0" err="1">
                <a:latin typeface="Aptos" panose="020B0004020202020204" pitchFamily="34" charset="0"/>
              </a:rPr>
              <a:t>learning</a:t>
            </a:r>
            <a:r>
              <a:rPr lang="es-ES" sz="1600" dirty="0">
                <a:latin typeface="Aptos" panose="020B0004020202020204" pitchFamily="34" charset="0"/>
              </a:rPr>
              <a:t>, especialmente en algoritmos como k-NN y K-</a:t>
            </a:r>
            <a:r>
              <a:rPr lang="es-ES" sz="1600" dirty="0" err="1">
                <a:latin typeface="Aptos" panose="020B0004020202020204" pitchFamily="34" charset="0"/>
              </a:rPr>
              <a:t>means</a:t>
            </a:r>
            <a:r>
              <a:rPr lang="es-ES" sz="1600" dirty="0">
                <a:latin typeface="Aptos" panose="020B0004020202020204" pitchFamily="34" charset="0"/>
              </a:rPr>
              <a:t>, para medir similitud entre datos.</a:t>
            </a:r>
          </a:p>
          <a:p>
            <a:pPr marL="285750" lvl="1" indent="-285750"/>
            <a:r>
              <a:rPr lang="es-ES" sz="1600" dirty="0">
                <a:latin typeface="Aptos" panose="020B0004020202020204" pitchFamily="34" charset="0"/>
              </a:rPr>
              <a:t>En análisis de datos, para detectar anomalías o agrupar elementos similares.</a:t>
            </a:r>
          </a:p>
          <a:p>
            <a:pPr marL="285750" lvl="1" indent="-285750"/>
            <a:r>
              <a:rPr lang="es-ES" sz="1600" dirty="0">
                <a:latin typeface="Aptos" panose="020B0004020202020204" pitchFamily="34" charset="0"/>
              </a:rPr>
              <a:t>En espacios vectoriales normados, donde se requiere flexibilidad para adaptar la métrica a la geometría del problema.</a:t>
            </a:r>
            <a:endParaRPr lang="es-MX" sz="1600" dirty="0">
              <a:latin typeface="Aptos" panose="020B0004020202020204" pitchFamily="34" charset="0"/>
            </a:endParaRPr>
          </a:p>
        </p:txBody>
      </p:sp>
      <p:pic>
        <p:nvPicPr>
          <p:cNvPr id="3" name="Imagen 2">
            <a:extLst>
              <a:ext uri="{FF2B5EF4-FFF2-40B4-BE49-F238E27FC236}">
                <a16:creationId xmlns:a16="http://schemas.microsoft.com/office/drawing/2014/main" id="{6B5272D2-FD1D-3536-CB99-2616077A74F0}"/>
              </a:ext>
            </a:extLst>
          </p:cNvPr>
          <p:cNvPicPr>
            <a:picLocks noChangeAspect="1"/>
          </p:cNvPicPr>
          <p:nvPr/>
        </p:nvPicPr>
        <p:blipFill>
          <a:blip r:embed="rId3"/>
          <a:stretch>
            <a:fillRect/>
          </a:stretch>
        </p:blipFill>
        <p:spPr>
          <a:xfrm>
            <a:off x="1253641" y="3171825"/>
            <a:ext cx="5238750" cy="314325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96505517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57D38A-5B63-0A2D-C3A5-761539573F01}"/>
              </a:ext>
            </a:extLst>
          </p:cNvPr>
          <p:cNvSpPr>
            <a:spLocks noGrp="1"/>
          </p:cNvSpPr>
          <p:nvPr>
            <p:ph type="title"/>
          </p:nvPr>
        </p:nvSpPr>
        <p:spPr>
          <a:xfrm>
            <a:off x="876693" y="741391"/>
            <a:ext cx="3455821" cy="1616203"/>
          </a:xfrm>
        </p:spPr>
        <p:txBody>
          <a:bodyPr vert="horz" lIns="91440" tIns="45720" rIns="91440" bIns="45720" rtlCol="0" anchor="b">
            <a:normAutofit/>
          </a:bodyPr>
          <a:lstStyle/>
          <a:p>
            <a:pPr defTabSz="914400"/>
            <a:r>
              <a:rPr lang="en-US" sz="2700" dirty="0" err="1"/>
              <a:t>Modelos</a:t>
            </a:r>
            <a:r>
              <a:rPr lang="en-US" sz="2700" dirty="0"/>
              <a:t> </a:t>
            </a:r>
            <a:r>
              <a:rPr lang="en-US" sz="2700" dirty="0" err="1"/>
              <a:t>vectoriales</a:t>
            </a:r>
            <a:r>
              <a:rPr lang="en-US" sz="2700" dirty="0"/>
              <a:t> </a:t>
            </a:r>
            <a:r>
              <a:rPr lang="en-US" sz="2700" dirty="0" err="1"/>
              <a:t>ponderados</a:t>
            </a:r>
            <a:r>
              <a:rPr lang="en-US" sz="2700" dirty="0"/>
              <a:t> y sus </a:t>
            </a:r>
            <a:r>
              <a:rPr lang="en-US" sz="2700" dirty="0" err="1"/>
              <a:t>variaciones</a:t>
            </a:r>
            <a:endParaRPr lang="en-US" sz="2700" dirty="0"/>
          </a:p>
        </p:txBody>
      </p:sp>
      <p:sp>
        <p:nvSpPr>
          <p:cNvPr id="4" name="Marcador de contenido 3">
            <a:extLst>
              <a:ext uri="{FF2B5EF4-FFF2-40B4-BE49-F238E27FC236}">
                <a16:creationId xmlns:a16="http://schemas.microsoft.com/office/drawing/2014/main" id="{729223E9-9733-FAA2-0DB2-D5365278A8B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472665" y="1195995"/>
            <a:ext cx="3455821" cy="3447832"/>
          </a:xfrm>
        </p:spPr>
        <p:txBody>
          <a:bodyPr>
            <a:normAutofit/>
          </a:bodyPr>
          <a:lstStyle/>
          <a:p>
            <a:pPr marL="0" indent="0">
              <a:spcBef>
                <a:spcPts val="2500"/>
              </a:spcBef>
              <a:buNone/>
            </a:pPr>
            <a:r>
              <a:rPr lang="es-ES" sz="1400" b="1" dirty="0"/>
              <a:t>Asignación de pesos a vectores</a:t>
            </a:r>
          </a:p>
          <a:p>
            <a:pPr marL="0" lvl="1" indent="0">
              <a:buNone/>
            </a:pPr>
            <a:r>
              <a:rPr lang="es-ES" sz="1400" dirty="0"/>
              <a:t>Los modelos ponderados asignan diferentes pesos para reflejar la importancia relativa de cada característica vectorial.</a:t>
            </a:r>
          </a:p>
          <a:p>
            <a:pPr marL="0" indent="0">
              <a:spcBef>
                <a:spcPts val="2500"/>
              </a:spcBef>
              <a:buNone/>
            </a:pPr>
            <a:r>
              <a:rPr lang="es-ES" sz="1400" b="1" dirty="0"/>
              <a:t>Precisión mejorada</a:t>
            </a:r>
          </a:p>
          <a:p>
            <a:pPr marL="0" lvl="1" indent="0">
              <a:buNone/>
            </a:pPr>
            <a:r>
              <a:rPr lang="es-ES" sz="1400" dirty="0"/>
              <a:t>El uso de pesos mejora la precisión y relevancia en tareas como búsqueda y análisis de datos.</a:t>
            </a:r>
            <a:endParaRPr lang="es-MX" sz="1400" dirty="0"/>
          </a:p>
        </p:txBody>
      </p:sp>
      <p:grpSp>
        <p:nvGrpSpPr>
          <p:cNvPr id="10" name="Group 9">
            <a:extLst>
              <a:ext uri="{FF2B5EF4-FFF2-40B4-BE49-F238E27FC236}">
                <a16:creationId xmlns:a16="http://schemas.microsoft.com/office/drawing/2014/main" id="{A5AFD70F-20E3-55D2-E154-7D4FACFBB0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2068638" y="0"/>
            <a:ext cx="123362" cy="6858000"/>
            <a:chOff x="12068638" y="0"/>
            <a:chExt cx="123362" cy="6858000"/>
          </a:xfrm>
        </p:grpSpPr>
        <p:sp>
          <p:nvSpPr>
            <p:cNvPr id="11" name="Rectangle 10">
              <a:extLst>
                <a:ext uri="{FF2B5EF4-FFF2-40B4-BE49-F238E27FC236}">
                  <a16:creationId xmlns:a16="http://schemas.microsoft.com/office/drawing/2014/main" id="{2FBDB812-268E-7EC5-B48A-752271816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DA30E18-AA70-D998-AAFC-727CB0367F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9630048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3E46CC8-91ED-E5AC-36A4-1E6D681BF952}"/>
              </a:ext>
            </a:extLst>
          </p:cNvPr>
          <p:cNvSpPr>
            <a:spLocks noGrp="1"/>
          </p:cNvSpPr>
          <p:nvPr>
            <p:ph type="title"/>
          </p:nvPr>
        </p:nvSpPr>
        <p:spPr>
          <a:xfrm>
            <a:off x="652621" y="890080"/>
            <a:ext cx="4646904" cy="1624520"/>
          </a:xfrm>
        </p:spPr>
        <p:txBody>
          <a:bodyPr vert="horz" lIns="91440" tIns="45720" rIns="91440" bIns="45720" rtlCol="0" anchor="ctr">
            <a:normAutofit/>
          </a:bodyPr>
          <a:lstStyle/>
          <a:p>
            <a:pPr defTabSz="914400"/>
            <a:r>
              <a:rPr lang="en-US" sz="3700" dirty="0" err="1"/>
              <a:t>Uso</a:t>
            </a:r>
            <a:r>
              <a:rPr lang="en-US" sz="3700" dirty="0"/>
              <a:t> </a:t>
            </a:r>
            <a:r>
              <a:rPr lang="en-US" sz="3700" dirty="0" err="1"/>
              <a:t>en</a:t>
            </a:r>
            <a:r>
              <a:rPr lang="en-US" sz="3700" dirty="0"/>
              <a:t> </a:t>
            </a:r>
            <a:r>
              <a:rPr lang="en-US" sz="3700" dirty="0" err="1"/>
              <a:t>recuperación</a:t>
            </a:r>
            <a:r>
              <a:rPr lang="en-US" sz="3700" dirty="0"/>
              <a:t> de </a:t>
            </a:r>
            <a:r>
              <a:rPr lang="en-US" sz="3700" dirty="0" err="1"/>
              <a:t>información</a:t>
            </a:r>
            <a:r>
              <a:rPr lang="en-US" sz="3700" dirty="0"/>
              <a:t> y </a:t>
            </a:r>
            <a:r>
              <a:rPr lang="en-US" sz="3700" dirty="0" err="1"/>
              <a:t>búsqueda</a:t>
            </a:r>
            <a:r>
              <a:rPr lang="en-US" sz="3700" dirty="0"/>
              <a:t> de </a:t>
            </a:r>
            <a:r>
              <a:rPr lang="en-US" sz="3700" dirty="0" err="1"/>
              <a:t>texto</a:t>
            </a:r>
            <a:endParaRPr lang="en-US" sz="3700" dirty="0"/>
          </a:p>
        </p:txBody>
      </p:sp>
      <p:sp>
        <p:nvSpPr>
          <p:cNvPr id="4" name="Marcador de contenido 3">
            <a:extLst>
              <a:ext uri="{FF2B5EF4-FFF2-40B4-BE49-F238E27FC236}">
                <a16:creationId xmlns:a16="http://schemas.microsoft.com/office/drawing/2014/main" id="{2CB4EB5E-F5DF-5E53-FECC-8BDBB89E219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671283" y="890080"/>
            <a:ext cx="4646905" cy="3613149"/>
          </a:xfrm>
        </p:spPr>
        <p:txBody>
          <a:bodyPr>
            <a:normAutofit/>
          </a:bodyPr>
          <a:lstStyle/>
          <a:p>
            <a:pPr marL="0" indent="0">
              <a:spcBef>
                <a:spcPts val="2500"/>
              </a:spcBef>
              <a:buNone/>
            </a:pPr>
            <a:r>
              <a:rPr lang="es-ES" sz="1400" b="1" dirty="0"/>
              <a:t>Modelos Vectoriales</a:t>
            </a:r>
          </a:p>
          <a:p>
            <a:pPr marL="0" lvl="1" indent="0">
              <a:buNone/>
            </a:pPr>
            <a:r>
              <a:rPr lang="es-ES" sz="1400" dirty="0"/>
              <a:t>Representan documentos y consultas como vectores matemáticos para facilitar la comparación.</a:t>
            </a:r>
          </a:p>
          <a:p>
            <a:pPr marL="0" indent="0">
              <a:spcBef>
                <a:spcPts val="2500"/>
              </a:spcBef>
              <a:buNone/>
            </a:pPr>
            <a:r>
              <a:rPr lang="es-ES" sz="1400" b="1" dirty="0"/>
              <a:t>Comparación y Recuperación</a:t>
            </a:r>
          </a:p>
          <a:p>
            <a:pPr marL="0" lvl="1" indent="0">
              <a:buNone/>
            </a:pPr>
            <a:r>
              <a:rPr lang="es-ES" sz="1400" dirty="0"/>
              <a:t>Permiten comparar eficientemente vectores para recuperar información relevante en grandes bases de datos.</a:t>
            </a:r>
            <a:endParaRPr lang="es-MX" sz="1400" dirty="0"/>
          </a:p>
        </p:txBody>
      </p:sp>
    </p:spTree>
    <p:extLst>
      <p:ext uri="{BB962C8B-B14F-4D97-AF65-F5344CB8AC3E}">
        <p14:creationId xmlns:p14="http://schemas.microsoft.com/office/powerpoint/2010/main" val="253133817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37B2035-1FCB-439A-B421-095E136C7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76D6CDF-C512-4739-B158-55EE955EFA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03" y="-1"/>
            <a:ext cx="1219200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E95E47F5-DC18-AD69-EB8A-4383F2FEFD18}"/>
              </a:ext>
            </a:extLst>
          </p:cNvPr>
          <p:cNvSpPr>
            <a:spLocks noGrp="1"/>
          </p:cNvSpPr>
          <p:nvPr>
            <p:ph type="title"/>
          </p:nvPr>
        </p:nvSpPr>
        <p:spPr>
          <a:xfrm>
            <a:off x="1137033" y="670559"/>
            <a:ext cx="4683321" cy="2148841"/>
          </a:xfrm>
        </p:spPr>
        <p:txBody>
          <a:bodyPr vert="horz" lIns="91440" tIns="45720" rIns="91440" bIns="45720" rtlCol="0" anchor="t">
            <a:normAutofit/>
          </a:bodyPr>
          <a:lstStyle/>
          <a:p>
            <a:pPr defTabSz="914400"/>
            <a:r>
              <a:rPr lang="en-US" sz="3700"/>
              <a:t>Aplicaciones en reconocimiento de patrones y machine learning</a:t>
            </a:r>
          </a:p>
        </p:txBody>
      </p:sp>
      <p:sp>
        <p:nvSpPr>
          <p:cNvPr id="4" name="Marcador de contenido 3">
            <a:extLst>
              <a:ext uri="{FF2B5EF4-FFF2-40B4-BE49-F238E27FC236}">
                <a16:creationId xmlns:a16="http://schemas.microsoft.com/office/drawing/2014/main" id="{30A8FA49-B808-E007-070F-6E4CA696E77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797004" y="670559"/>
            <a:ext cx="4555782" cy="5445076"/>
          </a:xfrm>
        </p:spPr>
        <p:txBody>
          <a:bodyPr>
            <a:normAutofit/>
          </a:bodyPr>
          <a:lstStyle/>
          <a:p>
            <a:pPr marL="0" indent="0">
              <a:spcBef>
                <a:spcPts val="2500"/>
              </a:spcBef>
              <a:buNone/>
            </a:pPr>
            <a:r>
              <a:rPr lang="es-ES" sz="1400" b="1"/>
              <a:t>Modelos vectoriales</a:t>
            </a:r>
          </a:p>
          <a:p>
            <a:pPr marL="0" lvl="1" indent="0">
              <a:buNone/>
            </a:pPr>
            <a:r>
              <a:rPr lang="es-ES" sz="1400"/>
              <a:t>Los modelos vectoriales representan datos para facilitar el análisis y la identificación precisa de patrones en aprendizaje automático.</a:t>
            </a:r>
          </a:p>
          <a:p>
            <a:pPr marL="0" indent="0">
              <a:spcBef>
                <a:spcPts val="2500"/>
              </a:spcBef>
              <a:buNone/>
            </a:pPr>
            <a:r>
              <a:rPr lang="es-ES" sz="1400" b="1"/>
              <a:t>Identificación de patrones</a:t>
            </a:r>
          </a:p>
          <a:p>
            <a:pPr marL="0" lvl="1" indent="0">
              <a:buNone/>
            </a:pPr>
            <a:r>
              <a:rPr lang="es-ES" sz="1400"/>
              <a:t>Los algoritmos entrenados con modelos vectoriales detectan patrones complejos para clasificar y predecir con alta precisión.</a:t>
            </a:r>
          </a:p>
          <a:p>
            <a:pPr marL="0" indent="0">
              <a:spcBef>
                <a:spcPts val="2500"/>
              </a:spcBef>
              <a:buNone/>
            </a:pPr>
            <a:r>
              <a:rPr lang="es-ES" sz="1400" b="1"/>
              <a:t>Clasificación y predicción</a:t>
            </a:r>
          </a:p>
          <a:p>
            <a:pPr marL="0" lvl="1" indent="0">
              <a:buNone/>
            </a:pPr>
            <a:r>
              <a:rPr lang="es-ES" sz="1400"/>
              <a:t>Los sistemas de machine learning usan características vectoriales para clasificar datos y hacer predicciones confiables en diversos campos.</a:t>
            </a:r>
            <a:endParaRPr lang="es-MX" sz="1400"/>
          </a:p>
        </p:txBody>
      </p:sp>
    </p:spTree>
    <p:extLst>
      <p:ext uri="{BB962C8B-B14F-4D97-AF65-F5344CB8AC3E}">
        <p14:creationId xmlns:p14="http://schemas.microsoft.com/office/powerpoint/2010/main" val="131207420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9B3BBB2A-AED7-F323-56E0-16D3CDBE7AD7}"/>
              </a:ext>
            </a:extLst>
          </p:cNvPr>
          <p:cNvSpPr>
            <a:spLocks noGrp="1"/>
          </p:cNvSpPr>
          <p:nvPr>
            <p:ph type="title"/>
          </p:nvPr>
        </p:nvSpPr>
        <p:spPr>
          <a:xfrm>
            <a:off x="761800" y="762001"/>
            <a:ext cx="5334197" cy="1708242"/>
          </a:xfrm>
        </p:spPr>
        <p:txBody>
          <a:bodyPr vert="horz" lIns="91440" tIns="45720" rIns="91440" bIns="45720" rtlCol="0" anchor="ctr">
            <a:normAutofit/>
          </a:bodyPr>
          <a:lstStyle/>
          <a:p>
            <a:pPr defTabSz="914400"/>
            <a:r>
              <a:rPr lang="en-US" sz="3100"/>
              <a:t>Implementación en sistemas de recomendación y análisis de similitud</a:t>
            </a:r>
          </a:p>
        </p:txBody>
      </p:sp>
      <p:sp>
        <p:nvSpPr>
          <p:cNvPr id="4" name="Marcador de contenido 3">
            <a:extLst>
              <a:ext uri="{FF2B5EF4-FFF2-40B4-BE49-F238E27FC236}">
                <a16:creationId xmlns:a16="http://schemas.microsoft.com/office/drawing/2014/main" id="{C2DF5E57-E7FC-6D5B-BC96-F02A6AEFAB3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857803" y="1050877"/>
            <a:ext cx="5334197" cy="3769835"/>
          </a:xfrm>
        </p:spPr>
        <p:txBody>
          <a:bodyPr>
            <a:normAutofit/>
          </a:bodyPr>
          <a:lstStyle/>
          <a:p>
            <a:pPr marL="0" indent="0">
              <a:spcBef>
                <a:spcPts val="2500"/>
              </a:spcBef>
              <a:buNone/>
            </a:pPr>
            <a:r>
              <a:rPr lang="es-ES" sz="1400" b="1" dirty="0"/>
              <a:t>Evaluación de similitud</a:t>
            </a:r>
          </a:p>
          <a:p>
            <a:pPr marL="0" lvl="1" indent="0">
              <a:buNone/>
            </a:pPr>
            <a:r>
              <a:rPr lang="es-ES" sz="1400" dirty="0"/>
              <a:t>Los modelos analizan la similitud entre usuarios o ítems para identificar preferencias comunes y patrones.</a:t>
            </a:r>
          </a:p>
          <a:p>
            <a:pPr marL="0" indent="0">
              <a:spcBef>
                <a:spcPts val="2500"/>
              </a:spcBef>
              <a:buNone/>
            </a:pPr>
            <a:r>
              <a:rPr lang="es-ES" sz="1400" b="1" dirty="0"/>
              <a:t>Recomendaciones personalizadas</a:t>
            </a:r>
          </a:p>
          <a:p>
            <a:pPr marL="0" lvl="1" indent="0">
              <a:buNone/>
            </a:pPr>
            <a:r>
              <a:rPr lang="es-ES" sz="1400" dirty="0"/>
              <a:t>Se generan recomendaciones adaptadas para mejorar la experiencia individual en plataformas digitales.</a:t>
            </a:r>
          </a:p>
          <a:p>
            <a:pPr marL="0" indent="0">
              <a:spcBef>
                <a:spcPts val="2500"/>
              </a:spcBef>
              <a:buNone/>
            </a:pPr>
            <a:r>
              <a:rPr lang="es-ES" sz="1400" b="1" dirty="0"/>
              <a:t>Aplicaciones comerciales</a:t>
            </a:r>
          </a:p>
          <a:p>
            <a:pPr marL="0" lvl="1" indent="0">
              <a:buNone/>
            </a:pPr>
            <a:r>
              <a:rPr lang="es-ES" sz="1400" dirty="0"/>
              <a:t>Estos sistemas se aplican en plataformas comerciales para aumentar la satisfacción y fidelización del cliente.</a:t>
            </a:r>
            <a:endParaRPr lang="es-MX" sz="1400" dirty="0"/>
          </a:p>
        </p:txBody>
      </p:sp>
    </p:spTree>
    <p:extLst>
      <p:ext uri="{BB962C8B-B14F-4D97-AF65-F5344CB8AC3E}">
        <p14:creationId xmlns:p14="http://schemas.microsoft.com/office/powerpoint/2010/main" val="19188027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6C569F71-0C14-2AA5-3DD1-E701DE2F8435}"/>
              </a:ext>
            </a:extLst>
          </p:cNvPr>
          <p:cNvSpPr>
            <a:spLocks noGrp="1"/>
          </p:cNvSpPr>
          <p:nvPr>
            <p:ph type="title"/>
          </p:nvPr>
        </p:nvSpPr>
        <p:spPr>
          <a:xfrm>
            <a:off x="839789" y="457200"/>
            <a:ext cx="3932237" cy="1600200"/>
          </a:xfrm>
        </p:spPr>
        <p:txBody>
          <a:bodyPr anchor="b">
            <a:normAutofit/>
          </a:bodyPr>
          <a:lstStyle/>
          <a:p>
            <a:r>
              <a:rPr lang="es-MX"/>
              <a:t>Conclusión</a:t>
            </a:r>
          </a:p>
        </p:txBody>
      </p:sp>
      <p:sp>
        <p:nvSpPr>
          <p:cNvPr id="2" name="Marcador de contenido 1">
            <a:extLst>
              <a:ext uri="{FF2B5EF4-FFF2-40B4-BE49-F238E27FC236}">
                <a16:creationId xmlns:a16="http://schemas.microsoft.com/office/drawing/2014/main" id="{55661550-D7EE-09D8-79A4-EDC3ACEB204F}"/>
              </a:ext>
            </a:extLst>
          </p:cNvPr>
          <p:cNvSpPr>
            <a:spLocks noGrp="1"/>
          </p:cNvSpPr>
          <p:nvPr>
            <p:ph type="body"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39789" y="2057401"/>
            <a:ext cx="3932237" cy="3811588"/>
          </a:xfrm>
        </p:spPr>
        <p:txBody>
          <a:bodyPr>
            <a:normAutofit/>
          </a:bodyPr>
          <a:lstStyle/>
          <a:p>
            <a:pPr marL="0" indent="0">
              <a:spcBef>
                <a:spcPts val="2500"/>
              </a:spcBef>
              <a:buNone/>
            </a:pPr>
            <a:r>
              <a:rPr lang="es-ES" sz="1400" b="1"/>
              <a:t>Importancia de modelos vectoriales</a:t>
            </a:r>
          </a:p>
          <a:p>
            <a:pPr marL="0" lvl="1" indent="0">
              <a:buNone/>
            </a:pPr>
            <a:r>
              <a:rPr lang="es-ES"/>
              <a:t>Los modelos vectoriales son esenciales para representar datos complejos en varios formatos y disciplinas científicas.</a:t>
            </a:r>
          </a:p>
          <a:p>
            <a:pPr marL="0" indent="0">
              <a:spcBef>
                <a:spcPts val="2500"/>
              </a:spcBef>
              <a:buNone/>
            </a:pPr>
            <a:r>
              <a:rPr lang="es-ES" sz="1400" b="1"/>
              <a:t>Aplicaciones prácticas</a:t>
            </a:r>
          </a:p>
          <a:p>
            <a:pPr marL="0" lvl="1" indent="0">
              <a:buNone/>
            </a:pPr>
            <a:r>
              <a:rPr lang="es-ES"/>
              <a:t>Estos modelos se emplean en análisis avanzados, ciencia y tecnología para facilitar la comprensión de información diversa.</a:t>
            </a:r>
          </a:p>
        </p:txBody>
      </p:sp>
    </p:spTree>
    <p:extLst>
      <p:ext uri="{BB962C8B-B14F-4D97-AF65-F5344CB8AC3E}">
        <p14:creationId xmlns:p14="http://schemas.microsoft.com/office/powerpoint/2010/main" val="364977044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anim calcmode="lin" valueType="num">
                                      <p:cBhvr>
                                        <p:cTn id="8" dur="250" fill="hold"/>
                                        <p:tgtEl>
                                          <p:spTgt spid="2"/>
                                        </p:tgtEl>
                                        <p:attrNameLst>
                                          <p:attrName>ppt_x</p:attrName>
                                        </p:attrNameLst>
                                      </p:cBhvr>
                                      <p:tavLst>
                                        <p:tav tm="0">
                                          <p:val>
                                            <p:strVal val="#ppt_x"/>
                                          </p:val>
                                        </p:tav>
                                        <p:tav tm="100000">
                                          <p:val>
                                            <p:strVal val="#ppt_x"/>
                                          </p:val>
                                        </p:tav>
                                      </p:tavLst>
                                    </p:anim>
                                    <p:anim calcmode="lin" valueType="num">
                                      <p:cBhvr>
                                        <p:cTn id="9" dur="25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Tema de Office">
  <a:themeElements>
    <a:clrScheme name="Dyslexia 4">
      <a:dk1>
        <a:srgbClr val="000000"/>
      </a:dk1>
      <a:lt1>
        <a:srgbClr val="FFFFFF"/>
      </a:lt1>
      <a:dk2>
        <a:srgbClr val="44546A"/>
      </a:dk2>
      <a:lt2>
        <a:srgbClr val="E7E6E6"/>
      </a:lt2>
      <a:accent1>
        <a:srgbClr val="4472C4"/>
      </a:accent1>
      <a:accent2>
        <a:srgbClr val="D24726"/>
      </a:accent2>
      <a:accent3>
        <a:srgbClr val="9B5AC8"/>
      </a:accent3>
      <a:accent4>
        <a:srgbClr val="F0A11F"/>
      </a:accent4>
      <a:accent5>
        <a:srgbClr val="CB5BA3"/>
      </a:accent5>
      <a:accent6>
        <a:srgbClr val="70AD47"/>
      </a:accent6>
      <a:hlink>
        <a:srgbClr val="0563C1"/>
      </a:hlink>
      <a:folHlink>
        <a:srgbClr val="954F72"/>
      </a:folHlink>
    </a:clrScheme>
    <a:fontScheme name="Custom 1">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3461205_TF22841449_Win32" id="{F5D21E09-5A02-415C-9EB4-414304FB82BC}" vid="{C10DCF4A-FB84-481F-80D0-D5B2A2166FF4}"/>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C44B501-5DE1-46D9-B449-400C46FE1425}">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2.xml><?xml version="1.0" encoding="utf-8"?>
<ds:datastoreItem xmlns:ds="http://schemas.openxmlformats.org/officeDocument/2006/customXml" ds:itemID="{77DD0DBF-30B2-4FC6-A5E7-8374DC718037}">
  <ds:schemaRefs>
    <ds:schemaRef ds:uri="http://schemas.microsoft.com/sharepoint/v3/contenttype/forms"/>
  </ds:schemaRefs>
</ds:datastoreItem>
</file>

<file path=customXml/itemProps3.xml><?xml version="1.0" encoding="utf-8"?>
<ds:datastoreItem xmlns:ds="http://schemas.openxmlformats.org/officeDocument/2006/customXml" ds:itemID="{B2A44EB6-3BD3-4FF9-B8D1-D973C54C3ED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Mapa mental</Template>
  <TotalTime>60</TotalTime>
  <Words>1876</Words>
  <Application>Microsoft Office PowerPoint</Application>
  <PresentationFormat>Panorámica</PresentationFormat>
  <Paragraphs>151</Paragraphs>
  <Slides>17</Slides>
  <Notes>17</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17</vt:i4>
      </vt:variant>
    </vt:vector>
  </HeadingPairs>
  <TitlesOfParts>
    <vt:vector size="23" baseType="lpstr">
      <vt:lpstr>Aptos</vt:lpstr>
      <vt:lpstr>Arial</vt:lpstr>
      <vt:lpstr>Calibri</vt:lpstr>
      <vt:lpstr>Segoe UI</vt:lpstr>
      <vt:lpstr>Segoe UI Semibold</vt:lpstr>
      <vt:lpstr>Tema de Office</vt:lpstr>
      <vt:lpstr>Exploración de Tipos de Modelos Vectoriales y sus Aplicaciones</vt:lpstr>
      <vt:lpstr>Definición y fundamentos de los modelos vectoriales</vt:lpstr>
      <vt:lpstr>Modelo de espacio vectorial (VSM)</vt:lpstr>
      <vt:lpstr>Importancia de los modelos de vectores en la ciencia y tecnología</vt:lpstr>
      <vt:lpstr>Definición y características principales de los modelos de vectores</vt:lpstr>
      <vt:lpstr>Importancia en matemáticas y ciencias aplicadas</vt:lpstr>
      <vt:lpstr>Física: representación de magnitudes y fuerzas</vt:lpstr>
      <vt:lpstr>Concepto del espacio euclidiano</vt:lpstr>
      <vt:lpstr>Cálculo de distancias euclidianas</vt:lpstr>
      <vt:lpstr>Aplicaciones en geometría y análisis de datos</vt:lpstr>
      <vt:lpstr>Modelo de distancia de Manhattan (taxicab)</vt:lpstr>
      <vt:lpstr>Modelo de distancia de Minkowski</vt:lpstr>
      <vt:lpstr>Modelos vectoriales ponderados y sus variaciones</vt:lpstr>
      <vt:lpstr>Uso en recuperación de información y búsqueda de texto</vt:lpstr>
      <vt:lpstr>Aplicaciones en reconocimiento de patrones y machine learning</vt:lpstr>
      <vt:lpstr>Implementación en sistemas de recomendación y análisis de similitud</vt:lpstr>
      <vt:lpstr>Conclusión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Luis de la Garza</dc:creator>
  <cp:lastModifiedBy>Luis de la Garza</cp:lastModifiedBy>
  <cp:revision>1</cp:revision>
  <dcterms:created xsi:type="dcterms:W3CDTF">2025-08-07T20:08:51Z</dcterms:created>
  <dcterms:modified xsi:type="dcterms:W3CDTF">2025-08-21T00:42:14Z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